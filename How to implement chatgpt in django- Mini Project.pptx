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37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90D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83005" y="1147659"/>
            <a:ext cx="8467090" cy="1938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0397" y="4771838"/>
            <a:ext cx="7411084" cy="3522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34344" y="-3093"/>
            <a:ext cx="11153656" cy="10287000"/>
          </a:xfrm>
          <a:custGeom>
            <a:avLst/>
            <a:gdLst/>
            <a:ahLst/>
            <a:cxnLst/>
            <a:rect l="l" t="t" r="r" b="b"/>
            <a:pathLst>
              <a:path w="10137775" h="10287000">
                <a:moveTo>
                  <a:pt x="0" y="10286999"/>
                </a:moveTo>
                <a:lnTo>
                  <a:pt x="10137285" y="10286999"/>
                </a:lnTo>
                <a:lnTo>
                  <a:pt x="10137285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290D3C"/>
          </a:solidFill>
        </p:spPr>
        <p:txBody>
          <a:bodyPr wrap="square" lIns="0" tIns="0" rIns="0" bIns="0" rtlCol="0"/>
          <a:lstStyle/>
          <a:p>
            <a:r>
              <a:rPr lang="en-IN" dirty="0"/>
              <a:t>HOW TO IMPLEMENT CHATGPT IN DJANGO</a:t>
            </a:r>
          </a:p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50712" cy="1028390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895174" y="3353400"/>
            <a:ext cx="497840" cy="497840"/>
          </a:xfrm>
          <a:custGeom>
            <a:avLst/>
            <a:gdLst/>
            <a:ahLst/>
            <a:cxnLst/>
            <a:rect l="l" t="t" r="r" b="b"/>
            <a:pathLst>
              <a:path w="497840" h="497839">
                <a:moveTo>
                  <a:pt x="248824" y="497648"/>
                </a:moveTo>
                <a:lnTo>
                  <a:pt x="204097" y="493639"/>
                </a:lnTo>
                <a:lnTo>
                  <a:pt x="162001" y="482081"/>
                </a:lnTo>
                <a:lnTo>
                  <a:pt x="123237" y="463676"/>
                </a:lnTo>
                <a:lnTo>
                  <a:pt x="88510" y="439127"/>
                </a:lnTo>
                <a:lnTo>
                  <a:pt x="58520" y="409138"/>
                </a:lnTo>
                <a:lnTo>
                  <a:pt x="33971" y="374410"/>
                </a:lnTo>
                <a:lnTo>
                  <a:pt x="15567" y="335646"/>
                </a:lnTo>
                <a:lnTo>
                  <a:pt x="4008" y="293550"/>
                </a:lnTo>
                <a:lnTo>
                  <a:pt x="0" y="248824"/>
                </a:lnTo>
                <a:lnTo>
                  <a:pt x="4008" y="204097"/>
                </a:lnTo>
                <a:lnTo>
                  <a:pt x="15567" y="162001"/>
                </a:lnTo>
                <a:lnTo>
                  <a:pt x="33971" y="123237"/>
                </a:lnTo>
                <a:lnTo>
                  <a:pt x="58520" y="88509"/>
                </a:lnTo>
                <a:lnTo>
                  <a:pt x="88510" y="58520"/>
                </a:lnTo>
                <a:lnTo>
                  <a:pt x="123237" y="33971"/>
                </a:lnTo>
                <a:lnTo>
                  <a:pt x="162001" y="15567"/>
                </a:lnTo>
                <a:lnTo>
                  <a:pt x="204097" y="4008"/>
                </a:lnTo>
                <a:lnTo>
                  <a:pt x="248824" y="0"/>
                </a:lnTo>
                <a:lnTo>
                  <a:pt x="293550" y="4008"/>
                </a:lnTo>
                <a:lnTo>
                  <a:pt x="335646" y="15567"/>
                </a:lnTo>
                <a:lnTo>
                  <a:pt x="374410" y="33971"/>
                </a:lnTo>
                <a:lnTo>
                  <a:pt x="409138" y="58520"/>
                </a:lnTo>
                <a:lnTo>
                  <a:pt x="439128" y="88509"/>
                </a:lnTo>
                <a:lnTo>
                  <a:pt x="463676" y="123237"/>
                </a:lnTo>
                <a:lnTo>
                  <a:pt x="482081" y="162001"/>
                </a:lnTo>
                <a:lnTo>
                  <a:pt x="493639" y="204097"/>
                </a:lnTo>
                <a:lnTo>
                  <a:pt x="497648" y="248824"/>
                </a:lnTo>
                <a:lnTo>
                  <a:pt x="493639" y="293550"/>
                </a:lnTo>
                <a:lnTo>
                  <a:pt x="482081" y="335646"/>
                </a:lnTo>
                <a:lnTo>
                  <a:pt x="463676" y="374410"/>
                </a:lnTo>
                <a:lnTo>
                  <a:pt x="439128" y="409138"/>
                </a:lnTo>
                <a:lnTo>
                  <a:pt x="409138" y="439127"/>
                </a:lnTo>
                <a:lnTo>
                  <a:pt x="374410" y="463676"/>
                </a:lnTo>
                <a:lnTo>
                  <a:pt x="335646" y="482081"/>
                </a:lnTo>
                <a:lnTo>
                  <a:pt x="293550" y="493639"/>
                </a:lnTo>
                <a:lnTo>
                  <a:pt x="248824" y="497648"/>
                </a:lnTo>
                <a:close/>
              </a:path>
            </a:pathLst>
          </a:custGeom>
          <a:solidFill>
            <a:srgbClr val="CB5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68931" y="1094839"/>
            <a:ext cx="1203325" cy="8097520"/>
          </a:xfrm>
          <a:prstGeom prst="rect">
            <a:avLst/>
          </a:prstGeom>
        </p:spPr>
        <p:txBody>
          <a:bodyPr vert="vert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6600" spc="-495" dirty="0">
                <a:solidFill>
                  <a:srgbClr val="E5B0FE"/>
                </a:solidFill>
                <a:latin typeface="Arial Black"/>
                <a:cs typeface="Arial Black"/>
              </a:rPr>
              <a:t>CRT</a:t>
            </a:r>
            <a:r>
              <a:rPr sz="6600" spc="-665" dirty="0">
                <a:solidFill>
                  <a:srgbClr val="E5B0FE"/>
                </a:solidFill>
                <a:latin typeface="Arial Black"/>
                <a:cs typeface="Arial Black"/>
              </a:rPr>
              <a:t> </a:t>
            </a:r>
            <a:r>
              <a:rPr sz="6600" spc="-300" dirty="0">
                <a:solidFill>
                  <a:srgbClr val="E5B0FE"/>
                </a:solidFill>
                <a:latin typeface="Arial Black"/>
                <a:cs typeface="Arial Black"/>
              </a:rPr>
              <a:t>MINI</a:t>
            </a:r>
            <a:r>
              <a:rPr sz="6600" spc="-665" dirty="0">
                <a:solidFill>
                  <a:srgbClr val="E5B0FE"/>
                </a:solidFill>
                <a:latin typeface="Arial Black"/>
                <a:cs typeface="Arial Black"/>
              </a:rPr>
              <a:t> </a:t>
            </a:r>
            <a:r>
              <a:rPr sz="6600" spc="-525" dirty="0">
                <a:solidFill>
                  <a:srgbClr val="E5B0FE"/>
                </a:solidFill>
                <a:latin typeface="Arial Black"/>
                <a:cs typeface="Arial Black"/>
              </a:rPr>
              <a:t>PROJECT</a:t>
            </a:r>
            <a:endParaRPr sz="66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24474" y="1764411"/>
            <a:ext cx="284797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195" dirty="0">
                <a:solidFill>
                  <a:srgbClr val="E2E2E2"/>
                </a:solidFill>
                <a:latin typeface="Trebuchet MS"/>
                <a:cs typeface="Trebuchet MS"/>
              </a:rPr>
              <a:t>Academic</a:t>
            </a:r>
            <a:r>
              <a:rPr sz="1700" spc="250" dirty="0">
                <a:solidFill>
                  <a:srgbClr val="E2E2E2"/>
                </a:solidFill>
                <a:latin typeface="Trebuchet MS"/>
                <a:cs typeface="Trebuchet MS"/>
              </a:rPr>
              <a:t> </a:t>
            </a:r>
            <a:r>
              <a:rPr sz="1700" spc="114" dirty="0">
                <a:solidFill>
                  <a:srgbClr val="E2E2E2"/>
                </a:solidFill>
                <a:latin typeface="Trebuchet MS"/>
                <a:cs typeface="Trebuchet MS"/>
              </a:rPr>
              <a:t>Year</a:t>
            </a:r>
            <a:r>
              <a:rPr sz="1700" spc="265" dirty="0">
                <a:solidFill>
                  <a:srgbClr val="E2E2E2"/>
                </a:solidFill>
                <a:latin typeface="Trebuchet MS"/>
                <a:cs typeface="Trebuchet MS"/>
              </a:rPr>
              <a:t> </a:t>
            </a:r>
            <a:r>
              <a:rPr sz="1700" spc="235" dirty="0">
                <a:solidFill>
                  <a:srgbClr val="E2E2E2"/>
                </a:solidFill>
                <a:latin typeface="Trebuchet MS"/>
                <a:cs typeface="Trebuchet MS"/>
              </a:rPr>
              <a:t>2023</a:t>
            </a:r>
            <a:r>
              <a:rPr sz="1700" spc="-330" dirty="0">
                <a:solidFill>
                  <a:srgbClr val="E2E2E2"/>
                </a:solidFill>
                <a:latin typeface="Trebuchet MS"/>
                <a:cs typeface="Trebuchet MS"/>
              </a:rPr>
              <a:t> </a:t>
            </a:r>
            <a:r>
              <a:rPr sz="1700" spc="459" dirty="0">
                <a:solidFill>
                  <a:srgbClr val="E2E2E2"/>
                </a:solidFill>
                <a:latin typeface="Trebuchet MS"/>
                <a:cs typeface="Trebuchet MS"/>
              </a:rPr>
              <a:t>–</a:t>
            </a:r>
            <a:r>
              <a:rPr sz="1700" spc="70" dirty="0">
                <a:solidFill>
                  <a:srgbClr val="E2E2E2"/>
                </a:solidFill>
                <a:latin typeface="Trebuchet MS"/>
                <a:cs typeface="Trebuchet MS"/>
              </a:rPr>
              <a:t>27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B136CEE-2599-D49B-A985-F243068A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3005" y="3162300"/>
            <a:ext cx="8467090" cy="2540634"/>
          </a:xfrm>
        </p:spPr>
        <p:txBody>
          <a:bodyPr/>
          <a:lstStyle/>
          <a:p>
            <a:r>
              <a:rPr lang="en-IN" dirty="0"/>
              <a:t>HOW TO IMPLEMENT CHATGPT IN DJANGO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F22BE1-CA4B-DB38-3AC0-AFBCF142837E}"/>
              </a:ext>
            </a:extLst>
          </p:cNvPr>
          <p:cNvSpPr txBox="1"/>
          <p:nvPr/>
        </p:nvSpPr>
        <p:spPr>
          <a:xfrm>
            <a:off x="8895174" y="6214265"/>
            <a:ext cx="8150712" cy="304698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400" dirty="0"/>
              <a:t>BY</a:t>
            </a:r>
          </a:p>
          <a:p>
            <a:r>
              <a:rPr lang="en-IN" sz="2400" dirty="0"/>
              <a:t>ARURU MADHAVAN</a:t>
            </a:r>
          </a:p>
          <a:p>
            <a:r>
              <a:rPr lang="en-IN" sz="2400" dirty="0"/>
              <a:t>MAANDUR KRISHNAMOORTHY</a:t>
            </a:r>
          </a:p>
          <a:p>
            <a:r>
              <a:rPr lang="en-IN" sz="2400" dirty="0"/>
              <a:t>HARIJANA YUVARAJU</a:t>
            </a:r>
          </a:p>
          <a:p>
            <a:endParaRPr lang="en-IN" sz="2400" dirty="0"/>
          </a:p>
          <a:p>
            <a:r>
              <a:rPr lang="en-IN" sz="2400" dirty="0"/>
              <a:t>B.TECH,</a:t>
            </a:r>
          </a:p>
          <a:p>
            <a:r>
              <a:rPr lang="en-IN" sz="2400" dirty="0"/>
              <a:t>ANNAMACHARYA INSTITUTE OF TECHNOLOGY AND SCIENCE</a:t>
            </a:r>
          </a:p>
          <a:p>
            <a:r>
              <a:rPr lang="en-IN" sz="2400" dirty="0"/>
              <a:t>TIRUPATHI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6920" y="764900"/>
            <a:ext cx="7635240" cy="6706870"/>
            <a:chOff x="9566920" y="764900"/>
            <a:chExt cx="7635240" cy="6706870"/>
          </a:xfrm>
        </p:grpSpPr>
        <p:sp>
          <p:nvSpPr>
            <p:cNvPr id="3" name="object 3"/>
            <p:cNvSpPr/>
            <p:nvPr/>
          </p:nvSpPr>
          <p:spPr>
            <a:xfrm>
              <a:off x="10068973" y="1045314"/>
              <a:ext cx="6637020" cy="6426200"/>
            </a:xfrm>
            <a:custGeom>
              <a:avLst/>
              <a:gdLst/>
              <a:ahLst/>
              <a:cxnLst/>
              <a:rect l="l" t="t" r="r" b="b"/>
              <a:pathLst>
                <a:path w="6637019" h="6426200">
                  <a:moveTo>
                    <a:pt x="2702068" y="12700"/>
                  </a:moveTo>
                  <a:lnTo>
                    <a:pt x="1437034" y="12700"/>
                  </a:lnTo>
                  <a:lnTo>
                    <a:pt x="1485672" y="0"/>
                  </a:lnTo>
                  <a:lnTo>
                    <a:pt x="2646753" y="0"/>
                  </a:lnTo>
                  <a:lnTo>
                    <a:pt x="2702068" y="12700"/>
                  </a:lnTo>
                  <a:close/>
                </a:path>
                <a:path w="6637019" h="6426200">
                  <a:moveTo>
                    <a:pt x="2923975" y="25400"/>
                  </a:moveTo>
                  <a:lnTo>
                    <a:pt x="1294180" y="25400"/>
                  </a:lnTo>
                  <a:lnTo>
                    <a:pt x="1341270" y="12700"/>
                  </a:lnTo>
                  <a:lnTo>
                    <a:pt x="2868436" y="12700"/>
                  </a:lnTo>
                  <a:lnTo>
                    <a:pt x="2923975" y="25400"/>
                  </a:lnTo>
                  <a:close/>
                </a:path>
                <a:path w="6637019" h="6426200">
                  <a:moveTo>
                    <a:pt x="3090595" y="38100"/>
                  </a:moveTo>
                  <a:lnTo>
                    <a:pt x="1201670" y="38100"/>
                  </a:lnTo>
                  <a:lnTo>
                    <a:pt x="1247641" y="25400"/>
                  </a:lnTo>
                  <a:lnTo>
                    <a:pt x="3035072" y="25400"/>
                  </a:lnTo>
                  <a:lnTo>
                    <a:pt x="3090595" y="38100"/>
                  </a:lnTo>
                  <a:close/>
                </a:path>
                <a:path w="6637019" h="6426200">
                  <a:moveTo>
                    <a:pt x="3256857" y="50800"/>
                  </a:moveTo>
                  <a:lnTo>
                    <a:pt x="1111503" y="50800"/>
                  </a:lnTo>
                  <a:lnTo>
                    <a:pt x="1156285" y="38100"/>
                  </a:lnTo>
                  <a:lnTo>
                    <a:pt x="3201505" y="38100"/>
                  </a:lnTo>
                  <a:lnTo>
                    <a:pt x="3256857" y="50800"/>
                  </a:lnTo>
                  <a:close/>
                </a:path>
                <a:path w="6637019" h="6426200">
                  <a:moveTo>
                    <a:pt x="3367267" y="63500"/>
                  </a:moveTo>
                  <a:lnTo>
                    <a:pt x="1023818" y="63500"/>
                  </a:lnTo>
                  <a:lnTo>
                    <a:pt x="1067341" y="50800"/>
                  </a:lnTo>
                  <a:lnTo>
                    <a:pt x="3312116" y="50800"/>
                  </a:lnTo>
                  <a:lnTo>
                    <a:pt x="3367267" y="63500"/>
                  </a:lnTo>
                  <a:close/>
                </a:path>
                <a:path w="6637019" h="6426200">
                  <a:moveTo>
                    <a:pt x="3640771" y="88900"/>
                  </a:moveTo>
                  <a:lnTo>
                    <a:pt x="897247" y="88900"/>
                  </a:lnTo>
                  <a:lnTo>
                    <a:pt x="980949" y="63500"/>
                  </a:lnTo>
                  <a:lnTo>
                    <a:pt x="3477170" y="63500"/>
                  </a:lnTo>
                  <a:lnTo>
                    <a:pt x="3531889" y="76200"/>
                  </a:lnTo>
                  <a:lnTo>
                    <a:pt x="3586428" y="76200"/>
                  </a:lnTo>
                  <a:lnTo>
                    <a:pt x="3640771" y="88900"/>
                  </a:lnTo>
                  <a:close/>
                </a:path>
                <a:path w="6637019" h="6426200">
                  <a:moveTo>
                    <a:pt x="2200697" y="6413500"/>
                  </a:moveTo>
                  <a:lnTo>
                    <a:pt x="1642045" y="6413500"/>
                  </a:lnTo>
                  <a:lnTo>
                    <a:pt x="1564851" y="6388100"/>
                  </a:lnTo>
                  <a:lnTo>
                    <a:pt x="1526710" y="6388100"/>
                  </a:lnTo>
                  <a:lnTo>
                    <a:pt x="1341557" y="6324600"/>
                  </a:lnTo>
                  <a:lnTo>
                    <a:pt x="1235802" y="6286500"/>
                  </a:lnTo>
                  <a:lnTo>
                    <a:pt x="1201589" y="6261100"/>
                  </a:lnTo>
                  <a:lnTo>
                    <a:pt x="1134869" y="6235700"/>
                  </a:lnTo>
                  <a:lnTo>
                    <a:pt x="1102412" y="6210300"/>
                  </a:lnTo>
                  <a:lnTo>
                    <a:pt x="1070590" y="6184900"/>
                  </a:lnTo>
                  <a:lnTo>
                    <a:pt x="1039428" y="6172200"/>
                  </a:lnTo>
                  <a:lnTo>
                    <a:pt x="1008950" y="6146800"/>
                  </a:lnTo>
                  <a:lnTo>
                    <a:pt x="979183" y="6121400"/>
                  </a:lnTo>
                  <a:lnTo>
                    <a:pt x="950149" y="6096000"/>
                  </a:lnTo>
                  <a:lnTo>
                    <a:pt x="894384" y="6045200"/>
                  </a:lnTo>
                  <a:lnTo>
                    <a:pt x="841855" y="5994400"/>
                  </a:lnTo>
                  <a:lnTo>
                    <a:pt x="792760" y="5943600"/>
                  </a:lnTo>
                  <a:lnTo>
                    <a:pt x="769562" y="5905500"/>
                  </a:lnTo>
                  <a:lnTo>
                    <a:pt x="747297" y="5880100"/>
                  </a:lnTo>
                  <a:lnTo>
                    <a:pt x="725990" y="5842000"/>
                  </a:lnTo>
                  <a:lnTo>
                    <a:pt x="705666" y="5816600"/>
                  </a:lnTo>
                  <a:lnTo>
                    <a:pt x="686349" y="5778500"/>
                  </a:lnTo>
                  <a:lnTo>
                    <a:pt x="668064" y="5740400"/>
                  </a:lnTo>
                  <a:lnTo>
                    <a:pt x="650836" y="5715000"/>
                  </a:lnTo>
                  <a:lnTo>
                    <a:pt x="634691" y="5676900"/>
                  </a:lnTo>
                  <a:lnTo>
                    <a:pt x="619652" y="5638800"/>
                  </a:lnTo>
                  <a:lnTo>
                    <a:pt x="605745" y="5600700"/>
                  </a:lnTo>
                  <a:lnTo>
                    <a:pt x="592994" y="5562600"/>
                  </a:lnTo>
                  <a:lnTo>
                    <a:pt x="581425" y="5524500"/>
                  </a:lnTo>
                  <a:lnTo>
                    <a:pt x="571061" y="5473700"/>
                  </a:lnTo>
                  <a:lnTo>
                    <a:pt x="561929" y="5435600"/>
                  </a:lnTo>
                  <a:lnTo>
                    <a:pt x="554052" y="5397500"/>
                  </a:lnTo>
                  <a:lnTo>
                    <a:pt x="547456" y="5346700"/>
                  </a:lnTo>
                  <a:lnTo>
                    <a:pt x="542166" y="5308600"/>
                  </a:lnTo>
                  <a:lnTo>
                    <a:pt x="538205" y="5257800"/>
                  </a:lnTo>
                  <a:lnTo>
                    <a:pt x="535600" y="5219700"/>
                  </a:lnTo>
                  <a:lnTo>
                    <a:pt x="534374" y="5168900"/>
                  </a:lnTo>
                  <a:lnTo>
                    <a:pt x="534464" y="5143500"/>
                  </a:lnTo>
                  <a:lnTo>
                    <a:pt x="536162" y="5080000"/>
                  </a:lnTo>
                  <a:lnTo>
                    <a:pt x="539225" y="5029200"/>
                  </a:lnTo>
                  <a:lnTo>
                    <a:pt x="543767" y="4978400"/>
                  </a:lnTo>
                  <a:lnTo>
                    <a:pt x="549814" y="4927600"/>
                  </a:lnTo>
                  <a:lnTo>
                    <a:pt x="557389" y="4876800"/>
                  </a:lnTo>
                  <a:lnTo>
                    <a:pt x="566518" y="4826000"/>
                  </a:lnTo>
                  <a:lnTo>
                    <a:pt x="577225" y="4762500"/>
                  </a:lnTo>
                  <a:lnTo>
                    <a:pt x="589536" y="4711700"/>
                  </a:lnTo>
                  <a:lnTo>
                    <a:pt x="603475" y="4660900"/>
                  </a:lnTo>
                  <a:lnTo>
                    <a:pt x="619067" y="4597400"/>
                  </a:lnTo>
                  <a:lnTo>
                    <a:pt x="631433" y="4559300"/>
                  </a:lnTo>
                  <a:lnTo>
                    <a:pt x="642588" y="4508500"/>
                  </a:lnTo>
                  <a:lnTo>
                    <a:pt x="652559" y="4470400"/>
                  </a:lnTo>
                  <a:lnTo>
                    <a:pt x="661373" y="4419600"/>
                  </a:lnTo>
                  <a:lnTo>
                    <a:pt x="669056" y="4368800"/>
                  </a:lnTo>
                  <a:lnTo>
                    <a:pt x="675636" y="4330700"/>
                  </a:lnTo>
                  <a:lnTo>
                    <a:pt x="681140" y="4279900"/>
                  </a:lnTo>
                  <a:lnTo>
                    <a:pt x="685594" y="4229100"/>
                  </a:lnTo>
                  <a:lnTo>
                    <a:pt x="689027" y="4191000"/>
                  </a:lnTo>
                  <a:lnTo>
                    <a:pt x="691464" y="4140200"/>
                  </a:lnTo>
                  <a:lnTo>
                    <a:pt x="692933" y="4089400"/>
                  </a:lnTo>
                  <a:lnTo>
                    <a:pt x="693461" y="4038600"/>
                  </a:lnTo>
                  <a:lnTo>
                    <a:pt x="693074" y="4000500"/>
                  </a:lnTo>
                  <a:lnTo>
                    <a:pt x="691801" y="3949700"/>
                  </a:lnTo>
                  <a:lnTo>
                    <a:pt x="689667" y="3898900"/>
                  </a:lnTo>
                  <a:lnTo>
                    <a:pt x="686700" y="3848100"/>
                  </a:lnTo>
                  <a:lnTo>
                    <a:pt x="682927" y="3810000"/>
                  </a:lnTo>
                  <a:lnTo>
                    <a:pt x="678375" y="3759200"/>
                  </a:lnTo>
                  <a:lnTo>
                    <a:pt x="673071" y="3708400"/>
                  </a:lnTo>
                  <a:lnTo>
                    <a:pt x="667042" y="3657600"/>
                  </a:lnTo>
                  <a:lnTo>
                    <a:pt x="660314" y="3606800"/>
                  </a:lnTo>
                  <a:lnTo>
                    <a:pt x="652916" y="3556000"/>
                  </a:lnTo>
                  <a:lnTo>
                    <a:pt x="644873" y="3517900"/>
                  </a:lnTo>
                  <a:lnTo>
                    <a:pt x="636214" y="3467100"/>
                  </a:lnTo>
                  <a:lnTo>
                    <a:pt x="626965" y="3416300"/>
                  </a:lnTo>
                  <a:lnTo>
                    <a:pt x="617152" y="3365500"/>
                  </a:lnTo>
                  <a:lnTo>
                    <a:pt x="606804" y="3314700"/>
                  </a:lnTo>
                  <a:lnTo>
                    <a:pt x="595946" y="3263900"/>
                  </a:lnTo>
                  <a:lnTo>
                    <a:pt x="584607" y="3213100"/>
                  </a:lnTo>
                  <a:lnTo>
                    <a:pt x="572812" y="3175000"/>
                  </a:lnTo>
                  <a:lnTo>
                    <a:pt x="560590" y="3124200"/>
                  </a:lnTo>
                  <a:lnTo>
                    <a:pt x="547967" y="3073400"/>
                  </a:lnTo>
                  <a:lnTo>
                    <a:pt x="534970" y="3022600"/>
                  </a:lnTo>
                  <a:lnTo>
                    <a:pt x="521625" y="2971800"/>
                  </a:lnTo>
                  <a:lnTo>
                    <a:pt x="507961" y="2921000"/>
                  </a:lnTo>
                  <a:lnTo>
                    <a:pt x="494005" y="2870200"/>
                  </a:lnTo>
                  <a:lnTo>
                    <a:pt x="479782" y="2832100"/>
                  </a:lnTo>
                  <a:lnTo>
                    <a:pt x="465320" y="2781300"/>
                  </a:lnTo>
                  <a:lnTo>
                    <a:pt x="450647" y="2730500"/>
                  </a:lnTo>
                  <a:lnTo>
                    <a:pt x="435789" y="2679700"/>
                  </a:lnTo>
                  <a:lnTo>
                    <a:pt x="420773" y="2628900"/>
                  </a:lnTo>
                  <a:lnTo>
                    <a:pt x="405626" y="2578100"/>
                  </a:lnTo>
                  <a:lnTo>
                    <a:pt x="390375" y="2527300"/>
                  </a:lnTo>
                  <a:lnTo>
                    <a:pt x="375047" y="2489200"/>
                  </a:lnTo>
                  <a:lnTo>
                    <a:pt x="344270" y="2387600"/>
                  </a:lnTo>
                  <a:lnTo>
                    <a:pt x="298204" y="2247900"/>
                  </a:lnTo>
                  <a:lnTo>
                    <a:pt x="282983" y="2197100"/>
                  </a:lnTo>
                  <a:lnTo>
                    <a:pt x="267874" y="2146300"/>
                  </a:lnTo>
                  <a:lnTo>
                    <a:pt x="252905" y="2108200"/>
                  </a:lnTo>
                  <a:lnTo>
                    <a:pt x="238102" y="2057400"/>
                  </a:lnTo>
                  <a:lnTo>
                    <a:pt x="223493" y="2006600"/>
                  </a:lnTo>
                  <a:lnTo>
                    <a:pt x="209103" y="1968500"/>
                  </a:lnTo>
                  <a:lnTo>
                    <a:pt x="194961" y="1917700"/>
                  </a:lnTo>
                  <a:lnTo>
                    <a:pt x="181094" y="1866900"/>
                  </a:lnTo>
                  <a:lnTo>
                    <a:pt x="167528" y="1828800"/>
                  </a:lnTo>
                  <a:lnTo>
                    <a:pt x="154290" y="1778000"/>
                  </a:lnTo>
                  <a:lnTo>
                    <a:pt x="141408" y="1727200"/>
                  </a:lnTo>
                  <a:lnTo>
                    <a:pt x="128908" y="1689100"/>
                  </a:lnTo>
                  <a:lnTo>
                    <a:pt x="116818" y="1638300"/>
                  </a:lnTo>
                  <a:lnTo>
                    <a:pt x="105164" y="1600200"/>
                  </a:lnTo>
                  <a:lnTo>
                    <a:pt x="93973" y="1549400"/>
                  </a:lnTo>
                  <a:lnTo>
                    <a:pt x="83273" y="1511300"/>
                  </a:lnTo>
                  <a:lnTo>
                    <a:pt x="73091" y="1460500"/>
                  </a:lnTo>
                  <a:lnTo>
                    <a:pt x="63453" y="1422400"/>
                  </a:lnTo>
                  <a:lnTo>
                    <a:pt x="54386" y="1384300"/>
                  </a:lnTo>
                  <a:lnTo>
                    <a:pt x="45918" y="1333500"/>
                  </a:lnTo>
                  <a:lnTo>
                    <a:pt x="38076" y="1295400"/>
                  </a:lnTo>
                  <a:lnTo>
                    <a:pt x="30886" y="1257300"/>
                  </a:lnTo>
                  <a:lnTo>
                    <a:pt x="24376" y="1206500"/>
                  </a:lnTo>
                  <a:lnTo>
                    <a:pt x="18572" y="1168400"/>
                  </a:lnTo>
                  <a:lnTo>
                    <a:pt x="13502" y="1130300"/>
                  </a:lnTo>
                  <a:lnTo>
                    <a:pt x="9192" y="1092200"/>
                  </a:lnTo>
                  <a:lnTo>
                    <a:pt x="5671" y="1041400"/>
                  </a:lnTo>
                  <a:lnTo>
                    <a:pt x="2963" y="1003300"/>
                  </a:lnTo>
                  <a:lnTo>
                    <a:pt x="1098" y="965200"/>
                  </a:lnTo>
                  <a:lnTo>
                    <a:pt x="101" y="927100"/>
                  </a:lnTo>
                  <a:lnTo>
                    <a:pt x="0" y="889000"/>
                  </a:lnTo>
                  <a:lnTo>
                    <a:pt x="821" y="850900"/>
                  </a:lnTo>
                  <a:lnTo>
                    <a:pt x="2592" y="812800"/>
                  </a:lnTo>
                  <a:lnTo>
                    <a:pt x="5340" y="774700"/>
                  </a:lnTo>
                  <a:lnTo>
                    <a:pt x="9103" y="749300"/>
                  </a:lnTo>
                  <a:lnTo>
                    <a:pt x="14200" y="723900"/>
                  </a:lnTo>
                  <a:lnTo>
                    <a:pt x="20612" y="685800"/>
                  </a:lnTo>
                  <a:lnTo>
                    <a:pt x="37312" y="635000"/>
                  </a:lnTo>
                  <a:lnTo>
                    <a:pt x="59066" y="584200"/>
                  </a:lnTo>
                  <a:lnTo>
                    <a:pt x="85734" y="533400"/>
                  </a:lnTo>
                  <a:lnTo>
                    <a:pt x="117178" y="482600"/>
                  </a:lnTo>
                  <a:lnTo>
                    <a:pt x="134647" y="469900"/>
                  </a:lnTo>
                  <a:lnTo>
                    <a:pt x="153257" y="444500"/>
                  </a:lnTo>
                  <a:lnTo>
                    <a:pt x="172992" y="419100"/>
                  </a:lnTo>
                  <a:lnTo>
                    <a:pt x="193834" y="406400"/>
                  </a:lnTo>
                  <a:lnTo>
                    <a:pt x="215766" y="381000"/>
                  </a:lnTo>
                  <a:lnTo>
                    <a:pt x="238770" y="368300"/>
                  </a:lnTo>
                  <a:lnTo>
                    <a:pt x="262828" y="342900"/>
                  </a:lnTo>
                  <a:lnTo>
                    <a:pt x="287924" y="330200"/>
                  </a:lnTo>
                  <a:lnTo>
                    <a:pt x="314040" y="304800"/>
                  </a:lnTo>
                  <a:lnTo>
                    <a:pt x="341159" y="292100"/>
                  </a:lnTo>
                  <a:lnTo>
                    <a:pt x="369263" y="279400"/>
                  </a:lnTo>
                  <a:lnTo>
                    <a:pt x="398335" y="254000"/>
                  </a:lnTo>
                  <a:lnTo>
                    <a:pt x="459313" y="228600"/>
                  </a:lnTo>
                  <a:lnTo>
                    <a:pt x="523955" y="203200"/>
                  </a:lnTo>
                  <a:lnTo>
                    <a:pt x="592121" y="177800"/>
                  </a:lnTo>
                  <a:lnTo>
                    <a:pt x="663672" y="152400"/>
                  </a:lnTo>
                  <a:lnTo>
                    <a:pt x="738469" y="127000"/>
                  </a:lnTo>
                  <a:lnTo>
                    <a:pt x="856448" y="88900"/>
                  </a:lnTo>
                  <a:lnTo>
                    <a:pt x="3694901" y="88900"/>
                  </a:lnTo>
                  <a:lnTo>
                    <a:pt x="3748800" y="101600"/>
                  </a:lnTo>
                  <a:lnTo>
                    <a:pt x="3802450" y="101600"/>
                  </a:lnTo>
                  <a:lnTo>
                    <a:pt x="3855835" y="114300"/>
                  </a:lnTo>
                  <a:lnTo>
                    <a:pt x="3908936" y="114300"/>
                  </a:lnTo>
                  <a:lnTo>
                    <a:pt x="3961737" y="127000"/>
                  </a:lnTo>
                  <a:lnTo>
                    <a:pt x="4014221" y="127000"/>
                  </a:lnTo>
                  <a:lnTo>
                    <a:pt x="4066369" y="139700"/>
                  </a:lnTo>
                  <a:lnTo>
                    <a:pt x="4118164" y="139700"/>
                  </a:lnTo>
                  <a:lnTo>
                    <a:pt x="4169590" y="152400"/>
                  </a:lnTo>
                  <a:lnTo>
                    <a:pt x="4207095" y="152400"/>
                  </a:lnTo>
                  <a:lnTo>
                    <a:pt x="4244710" y="165100"/>
                  </a:lnTo>
                  <a:lnTo>
                    <a:pt x="4282424" y="165100"/>
                  </a:lnTo>
                  <a:lnTo>
                    <a:pt x="4320226" y="177800"/>
                  </a:lnTo>
                  <a:lnTo>
                    <a:pt x="4358104" y="177800"/>
                  </a:lnTo>
                  <a:lnTo>
                    <a:pt x="4396046" y="190500"/>
                  </a:lnTo>
                  <a:lnTo>
                    <a:pt x="4434041" y="190500"/>
                  </a:lnTo>
                  <a:lnTo>
                    <a:pt x="4472078" y="203200"/>
                  </a:lnTo>
                  <a:lnTo>
                    <a:pt x="4510144" y="203200"/>
                  </a:lnTo>
                  <a:lnTo>
                    <a:pt x="4548229" y="215900"/>
                  </a:lnTo>
                  <a:lnTo>
                    <a:pt x="4586321" y="215900"/>
                  </a:lnTo>
                  <a:lnTo>
                    <a:pt x="4624408" y="228600"/>
                  </a:lnTo>
                  <a:lnTo>
                    <a:pt x="4662479" y="228600"/>
                  </a:lnTo>
                  <a:lnTo>
                    <a:pt x="4738526" y="254000"/>
                  </a:lnTo>
                  <a:lnTo>
                    <a:pt x="4776479" y="254000"/>
                  </a:lnTo>
                  <a:lnTo>
                    <a:pt x="4852188" y="279400"/>
                  </a:lnTo>
                  <a:lnTo>
                    <a:pt x="4889920" y="279400"/>
                  </a:lnTo>
                  <a:lnTo>
                    <a:pt x="5002490" y="317500"/>
                  </a:lnTo>
                  <a:lnTo>
                    <a:pt x="5039766" y="317500"/>
                  </a:lnTo>
                  <a:lnTo>
                    <a:pt x="5331865" y="419100"/>
                  </a:lnTo>
                  <a:lnTo>
                    <a:pt x="5575320" y="508000"/>
                  </a:lnTo>
                  <a:lnTo>
                    <a:pt x="5608930" y="533400"/>
                  </a:lnTo>
                  <a:lnTo>
                    <a:pt x="5675156" y="558800"/>
                  </a:lnTo>
                  <a:lnTo>
                    <a:pt x="5707749" y="584200"/>
                  </a:lnTo>
                  <a:lnTo>
                    <a:pt x="5771840" y="609600"/>
                  </a:lnTo>
                  <a:lnTo>
                    <a:pt x="5803315" y="635000"/>
                  </a:lnTo>
                  <a:lnTo>
                    <a:pt x="5834393" y="647700"/>
                  </a:lnTo>
                  <a:lnTo>
                    <a:pt x="5865063" y="673100"/>
                  </a:lnTo>
                  <a:lnTo>
                    <a:pt x="5895315" y="685800"/>
                  </a:lnTo>
                  <a:lnTo>
                    <a:pt x="5925135" y="711200"/>
                  </a:lnTo>
                  <a:lnTo>
                    <a:pt x="5954514" y="723900"/>
                  </a:lnTo>
                  <a:lnTo>
                    <a:pt x="5983439" y="749300"/>
                  </a:lnTo>
                  <a:lnTo>
                    <a:pt x="6011898" y="774700"/>
                  </a:lnTo>
                  <a:lnTo>
                    <a:pt x="6039881" y="800100"/>
                  </a:lnTo>
                  <a:lnTo>
                    <a:pt x="6067376" y="812800"/>
                  </a:lnTo>
                  <a:lnTo>
                    <a:pt x="6120854" y="863600"/>
                  </a:lnTo>
                  <a:lnTo>
                    <a:pt x="6172242" y="914400"/>
                  </a:lnTo>
                  <a:lnTo>
                    <a:pt x="6221446" y="965200"/>
                  </a:lnTo>
                  <a:lnTo>
                    <a:pt x="6268375" y="1016000"/>
                  </a:lnTo>
                  <a:lnTo>
                    <a:pt x="6312936" y="1066800"/>
                  </a:lnTo>
                  <a:lnTo>
                    <a:pt x="6355037" y="1130300"/>
                  </a:lnTo>
                  <a:lnTo>
                    <a:pt x="6375137" y="1155700"/>
                  </a:lnTo>
                  <a:lnTo>
                    <a:pt x="6394587" y="1181100"/>
                  </a:lnTo>
                  <a:lnTo>
                    <a:pt x="6413377" y="1219200"/>
                  </a:lnTo>
                  <a:lnTo>
                    <a:pt x="6431493" y="1244600"/>
                  </a:lnTo>
                  <a:lnTo>
                    <a:pt x="6448926" y="1282700"/>
                  </a:lnTo>
                  <a:lnTo>
                    <a:pt x="6465664" y="1308100"/>
                  </a:lnTo>
                  <a:lnTo>
                    <a:pt x="6481694" y="1346200"/>
                  </a:lnTo>
                  <a:lnTo>
                    <a:pt x="6497006" y="1371600"/>
                  </a:lnTo>
                  <a:lnTo>
                    <a:pt x="6511587" y="1409700"/>
                  </a:lnTo>
                  <a:lnTo>
                    <a:pt x="6525428" y="1447800"/>
                  </a:lnTo>
                  <a:lnTo>
                    <a:pt x="6538515" y="1473200"/>
                  </a:lnTo>
                  <a:lnTo>
                    <a:pt x="6550837" y="1511300"/>
                  </a:lnTo>
                  <a:lnTo>
                    <a:pt x="6562384" y="1549400"/>
                  </a:lnTo>
                  <a:lnTo>
                    <a:pt x="6573142" y="1587500"/>
                  </a:lnTo>
                  <a:lnTo>
                    <a:pt x="6583102" y="1625600"/>
                  </a:lnTo>
                  <a:lnTo>
                    <a:pt x="6592251" y="1663700"/>
                  </a:lnTo>
                  <a:lnTo>
                    <a:pt x="6600578" y="1701800"/>
                  </a:lnTo>
                  <a:lnTo>
                    <a:pt x="6608071" y="1739900"/>
                  </a:lnTo>
                  <a:lnTo>
                    <a:pt x="6614719" y="1790700"/>
                  </a:lnTo>
                  <a:lnTo>
                    <a:pt x="6620511" y="1828800"/>
                  </a:lnTo>
                  <a:lnTo>
                    <a:pt x="6625434" y="1866900"/>
                  </a:lnTo>
                  <a:lnTo>
                    <a:pt x="6629477" y="1905000"/>
                  </a:lnTo>
                  <a:lnTo>
                    <a:pt x="6632629" y="1955800"/>
                  </a:lnTo>
                  <a:lnTo>
                    <a:pt x="6634879" y="1993900"/>
                  </a:lnTo>
                  <a:lnTo>
                    <a:pt x="6636214" y="2044700"/>
                  </a:lnTo>
                  <a:lnTo>
                    <a:pt x="6636623" y="2082800"/>
                  </a:lnTo>
                  <a:lnTo>
                    <a:pt x="6636095" y="2133600"/>
                  </a:lnTo>
                  <a:lnTo>
                    <a:pt x="6634618" y="2184400"/>
                  </a:lnTo>
                  <a:lnTo>
                    <a:pt x="6632181" y="2222500"/>
                  </a:lnTo>
                  <a:lnTo>
                    <a:pt x="6628772" y="2273300"/>
                  </a:lnTo>
                  <a:lnTo>
                    <a:pt x="6624380" y="2324100"/>
                  </a:lnTo>
                  <a:lnTo>
                    <a:pt x="6618993" y="2374900"/>
                  </a:lnTo>
                  <a:lnTo>
                    <a:pt x="6612599" y="2425700"/>
                  </a:lnTo>
                  <a:lnTo>
                    <a:pt x="6605187" y="2476500"/>
                  </a:lnTo>
                  <a:lnTo>
                    <a:pt x="6596747" y="2527300"/>
                  </a:lnTo>
                  <a:lnTo>
                    <a:pt x="6587265" y="2578100"/>
                  </a:lnTo>
                  <a:lnTo>
                    <a:pt x="6576730" y="2641600"/>
                  </a:lnTo>
                  <a:lnTo>
                    <a:pt x="6565132" y="2692400"/>
                  </a:lnTo>
                  <a:lnTo>
                    <a:pt x="6552458" y="2743200"/>
                  </a:lnTo>
                  <a:lnTo>
                    <a:pt x="6538698" y="2806700"/>
                  </a:lnTo>
                  <a:lnTo>
                    <a:pt x="6523839" y="2857500"/>
                  </a:lnTo>
                  <a:lnTo>
                    <a:pt x="6507869" y="2921000"/>
                  </a:lnTo>
                  <a:lnTo>
                    <a:pt x="6490779" y="2971800"/>
                  </a:lnTo>
                  <a:lnTo>
                    <a:pt x="6472555" y="3035300"/>
                  </a:lnTo>
                  <a:lnTo>
                    <a:pt x="6453187" y="3098800"/>
                  </a:lnTo>
                  <a:lnTo>
                    <a:pt x="6432662" y="3162300"/>
                  </a:lnTo>
                  <a:lnTo>
                    <a:pt x="6410970" y="3225800"/>
                  </a:lnTo>
                  <a:lnTo>
                    <a:pt x="6388099" y="3276600"/>
                  </a:lnTo>
                  <a:lnTo>
                    <a:pt x="6361581" y="3340100"/>
                  </a:lnTo>
                  <a:lnTo>
                    <a:pt x="6334573" y="3403600"/>
                  </a:lnTo>
                  <a:lnTo>
                    <a:pt x="6307086" y="3467100"/>
                  </a:lnTo>
                  <a:lnTo>
                    <a:pt x="6279127" y="3530600"/>
                  </a:lnTo>
                  <a:lnTo>
                    <a:pt x="6250706" y="3594100"/>
                  </a:lnTo>
                  <a:lnTo>
                    <a:pt x="6221831" y="3644900"/>
                  </a:lnTo>
                  <a:lnTo>
                    <a:pt x="6192512" y="3708400"/>
                  </a:lnTo>
                  <a:lnTo>
                    <a:pt x="6162756" y="3759200"/>
                  </a:lnTo>
                  <a:lnTo>
                    <a:pt x="6132573" y="3822700"/>
                  </a:lnTo>
                  <a:lnTo>
                    <a:pt x="6101971" y="3873500"/>
                  </a:lnTo>
                  <a:lnTo>
                    <a:pt x="6070960" y="3937000"/>
                  </a:lnTo>
                  <a:lnTo>
                    <a:pt x="6039548" y="3987800"/>
                  </a:lnTo>
                  <a:lnTo>
                    <a:pt x="6007744" y="4038600"/>
                  </a:lnTo>
                  <a:lnTo>
                    <a:pt x="5975557" y="4089400"/>
                  </a:lnTo>
                  <a:lnTo>
                    <a:pt x="5942995" y="4140200"/>
                  </a:lnTo>
                  <a:lnTo>
                    <a:pt x="5910068" y="4191000"/>
                  </a:lnTo>
                  <a:lnTo>
                    <a:pt x="5876784" y="4241800"/>
                  </a:lnTo>
                  <a:lnTo>
                    <a:pt x="5843152" y="4292600"/>
                  </a:lnTo>
                  <a:lnTo>
                    <a:pt x="5809181" y="4343400"/>
                  </a:lnTo>
                  <a:lnTo>
                    <a:pt x="5774880" y="4381500"/>
                  </a:lnTo>
                  <a:lnTo>
                    <a:pt x="5740257" y="4432300"/>
                  </a:lnTo>
                  <a:lnTo>
                    <a:pt x="5705321" y="4483100"/>
                  </a:lnTo>
                  <a:lnTo>
                    <a:pt x="5670082" y="4521200"/>
                  </a:lnTo>
                  <a:lnTo>
                    <a:pt x="5634547" y="4572000"/>
                  </a:lnTo>
                  <a:lnTo>
                    <a:pt x="5562627" y="4648200"/>
                  </a:lnTo>
                  <a:lnTo>
                    <a:pt x="5526260" y="4699000"/>
                  </a:lnTo>
                  <a:lnTo>
                    <a:pt x="5489633" y="4737100"/>
                  </a:lnTo>
                  <a:lnTo>
                    <a:pt x="5378281" y="4851400"/>
                  </a:lnTo>
                  <a:lnTo>
                    <a:pt x="5264907" y="4965700"/>
                  </a:lnTo>
                  <a:lnTo>
                    <a:pt x="5149749" y="5080000"/>
                  </a:lnTo>
                  <a:lnTo>
                    <a:pt x="5111007" y="5105400"/>
                  </a:lnTo>
                  <a:lnTo>
                    <a:pt x="5033045" y="5181600"/>
                  </a:lnTo>
                  <a:lnTo>
                    <a:pt x="4993841" y="5207000"/>
                  </a:lnTo>
                  <a:lnTo>
                    <a:pt x="4954501" y="5245100"/>
                  </a:lnTo>
                  <a:lnTo>
                    <a:pt x="4875445" y="5295900"/>
                  </a:lnTo>
                  <a:lnTo>
                    <a:pt x="4835748" y="5334000"/>
                  </a:lnTo>
                  <a:lnTo>
                    <a:pt x="4756059" y="5384800"/>
                  </a:lnTo>
                  <a:lnTo>
                    <a:pt x="4716084" y="5422900"/>
                  </a:lnTo>
                  <a:lnTo>
                    <a:pt x="4354000" y="5651500"/>
                  </a:lnTo>
                  <a:lnTo>
                    <a:pt x="4313673" y="5664200"/>
                  </a:lnTo>
                  <a:lnTo>
                    <a:pt x="4192807" y="5740400"/>
                  </a:lnTo>
                  <a:lnTo>
                    <a:pt x="4152586" y="5753100"/>
                  </a:lnTo>
                  <a:lnTo>
                    <a:pt x="4072297" y="5803900"/>
                  </a:lnTo>
                  <a:lnTo>
                    <a:pt x="4032248" y="5816600"/>
                  </a:lnTo>
                  <a:lnTo>
                    <a:pt x="3992273" y="5842000"/>
                  </a:lnTo>
                  <a:lnTo>
                    <a:pt x="3912584" y="5867400"/>
                  </a:lnTo>
                  <a:lnTo>
                    <a:pt x="3872887" y="5892800"/>
                  </a:lnTo>
                  <a:lnTo>
                    <a:pt x="3833300" y="5905500"/>
                  </a:lnTo>
                  <a:lnTo>
                    <a:pt x="3793832" y="5930900"/>
                  </a:lnTo>
                  <a:lnTo>
                    <a:pt x="3676229" y="5969000"/>
                  </a:lnTo>
                  <a:lnTo>
                    <a:pt x="3637325" y="5994400"/>
                  </a:lnTo>
                  <a:lnTo>
                    <a:pt x="3370051" y="6083300"/>
                  </a:lnTo>
                  <a:lnTo>
                    <a:pt x="3332698" y="6108700"/>
                  </a:lnTo>
                  <a:lnTo>
                    <a:pt x="3295577" y="6108700"/>
                  </a:lnTo>
                  <a:lnTo>
                    <a:pt x="3258699" y="6121400"/>
                  </a:lnTo>
                  <a:lnTo>
                    <a:pt x="3008075" y="6210300"/>
                  </a:lnTo>
                  <a:lnTo>
                    <a:pt x="2973452" y="6210300"/>
                  </a:lnTo>
                  <a:lnTo>
                    <a:pt x="2871548" y="6248400"/>
                  </a:lnTo>
                  <a:lnTo>
                    <a:pt x="2838264" y="6248400"/>
                  </a:lnTo>
                  <a:lnTo>
                    <a:pt x="2740588" y="6286500"/>
                  </a:lnTo>
                  <a:lnTo>
                    <a:pt x="2708784" y="6286500"/>
                  </a:lnTo>
                  <a:lnTo>
                    <a:pt x="2646361" y="6311900"/>
                  </a:lnTo>
                  <a:lnTo>
                    <a:pt x="2615759" y="6311900"/>
                  </a:lnTo>
                  <a:lnTo>
                    <a:pt x="2555821" y="6324600"/>
                  </a:lnTo>
                  <a:lnTo>
                    <a:pt x="2441246" y="6362700"/>
                  </a:lnTo>
                  <a:lnTo>
                    <a:pt x="2413759" y="6362700"/>
                  </a:lnTo>
                  <a:lnTo>
                    <a:pt x="2386751" y="6375400"/>
                  </a:lnTo>
                  <a:lnTo>
                    <a:pt x="2360233" y="6375400"/>
                  </a:lnTo>
                  <a:lnTo>
                    <a:pt x="2280734" y="6400800"/>
                  </a:lnTo>
                  <a:lnTo>
                    <a:pt x="2240771" y="6400800"/>
                  </a:lnTo>
                  <a:lnTo>
                    <a:pt x="2200697" y="6413500"/>
                  </a:lnTo>
                  <a:close/>
                </a:path>
                <a:path w="6637019" h="6426200">
                  <a:moveTo>
                    <a:pt x="2120320" y="6426200"/>
                  </a:moveTo>
                  <a:lnTo>
                    <a:pt x="1720290" y="6426200"/>
                  </a:lnTo>
                  <a:lnTo>
                    <a:pt x="1681049" y="6413500"/>
                  </a:lnTo>
                  <a:lnTo>
                    <a:pt x="2160539" y="6413500"/>
                  </a:lnTo>
                  <a:lnTo>
                    <a:pt x="2120320" y="6426200"/>
                  </a:lnTo>
                  <a:close/>
                </a:path>
              </a:pathLst>
            </a:custGeom>
            <a:solidFill>
              <a:srgbClr val="CB5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8159" y="764900"/>
              <a:ext cx="6516321" cy="6324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566910" y="1178508"/>
              <a:ext cx="7635240" cy="4043045"/>
            </a:xfrm>
            <a:custGeom>
              <a:avLst/>
              <a:gdLst/>
              <a:ahLst/>
              <a:cxnLst/>
              <a:rect l="l" t="t" r="r" b="b"/>
              <a:pathLst>
                <a:path w="7635240" h="4043045">
                  <a:moveTo>
                    <a:pt x="537083" y="3774059"/>
                  </a:moveTo>
                  <a:lnTo>
                    <a:pt x="532752" y="3725786"/>
                  </a:lnTo>
                  <a:lnTo>
                    <a:pt x="520280" y="3680358"/>
                  </a:lnTo>
                  <a:lnTo>
                    <a:pt x="500418" y="3638524"/>
                  </a:lnTo>
                  <a:lnTo>
                    <a:pt x="473925" y="3601047"/>
                  </a:lnTo>
                  <a:lnTo>
                    <a:pt x="441553" y="3568674"/>
                  </a:lnTo>
                  <a:lnTo>
                    <a:pt x="404075" y="3542182"/>
                  </a:lnTo>
                  <a:lnTo>
                    <a:pt x="362242" y="3522319"/>
                  </a:lnTo>
                  <a:lnTo>
                    <a:pt x="316814" y="3509848"/>
                  </a:lnTo>
                  <a:lnTo>
                    <a:pt x="268541" y="3505517"/>
                  </a:lnTo>
                  <a:lnTo>
                    <a:pt x="220268" y="3509848"/>
                  </a:lnTo>
                  <a:lnTo>
                    <a:pt x="174840" y="3522319"/>
                  </a:lnTo>
                  <a:lnTo>
                    <a:pt x="133007" y="3542182"/>
                  </a:lnTo>
                  <a:lnTo>
                    <a:pt x="95529" y="3568674"/>
                  </a:lnTo>
                  <a:lnTo>
                    <a:pt x="63157" y="3601047"/>
                  </a:lnTo>
                  <a:lnTo>
                    <a:pt x="36664" y="3638524"/>
                  </a:lnTo>
                  <a:lnTo>
                    <a:pt x="16802" y="3680358"/>
                  </a:lnTo>
                  <a:lnTo>
                    <a:pt x="4330" y="3725786"/>
                  </a:lnTo>
                  <a:lnTo>
                    <a:pt x="0" y="3774059"/>
                  </a:lnTo>
                  <a:lnTo>
                    <a:pt x="4330" y="3822331"/>
                  </a:lnTo>
                  <a:lnTo>
                    <a:pt x="16802" y="3867759"/>
                  </a:lnTo>
                  <a:lnTo>
                    <a:pt x="36664" y="3909593"/>
                  </a:lnTo>
                  <a:lnTo>
                    <a:pt x="63157" y="3947071"/>
                  </a:lnTo>
                  <a:lnTo>
                    <a:pt x="95529" y="3979443"/>
                  </a:lnTo>
                  <a:lnTo>
                    <a:pt x="133007" y="4005935"/>
                  </a:lnTo>
                  <a:lnTo>
                    <a:pt x="174840" y="4025798"/>
                  </a:lnTo>
                  <a:lnTo>
                    <a:pt x="220268" y="4038269"/>
                  </a:lnTo>
                  <a:lnTo>
                    <a:pt x="268541" y="4042600"/>
                  </a:lnTo>
                  <a:lnTo>
                    <a:pt x="316814" y="4038269"/>
                  </a:lnTo>
                  <a:lnTo>
                    <a:pt x="362242" y="4025798"/>
                  </a:lnTo>
                  <a:lnTo>
                    <a:pt x="404075" y="4005935"/>
                  </a:lnTo>
                  <a:lnTo>
                    <a:pt x="441553" y="3979443"/>
                  </a:lnTo>
                  <a:lnTo>
                    <a:pt x="473925" y="3947071"/>
                  </a:lnTo>
                  <a:lnTo>
                    <a:pt x="500418" y="3909593"/>
                  </a:lnTo>
                  <a:lnTo>
                    <a:pt x="520280" y="3867759"/>
                  </a:lnTo>
                  <a:lnTo>
                    <a:pt x="532752" y="3822331"/>
                  </a:lnTo>
                  <a:lnTo>
                    <a:pt x="537083" y="3774059"/>
                  </a:lnTo>
                  <a:close/>
                </a:path>
                <a:path w="7635240" h="4043045">
                  <a:moveTo>
                    <a:pt x="7635227" y="268528"/>
                  </a:moveTo>
                  <a:lnTo>
                    <a:pt x="7630909" y="220268"/>
                  </a:lnTo>
                  <a:lnTo>
                    <a:pt x="7618438" y="174828"/>
                  </a:lnTo>
                  <a:lnTo>
                    <a:pt x="7598575" y="132994"/>
                  </a:lnTo>
                  <a:lnTo>
                    <a:pt x="7572083" y="95516"/>
                  </a:lnTo>
                  <a:lnTo>
                    <a:pt x="7539710" y="63157"/>
                  </a:lnTo>
                  <a:lnTo>
                    <a:pt x="7502233" y="36664"/>
                  </a:lnTo>
                  <a:lnTo>
                    <a:pt x="7460399" y="16802"/>
                  </a:lnTo>
                  <a:lnTo>
                    <a:pt x="7414971" y="4318"/>
                  </a:lnTo>
                  <a:lnTo>
                    <a:pt x="7366698" y="0"/>
                  </a:lnTo>
                  <a:lnTo>
                    <a:pt x="7318426" y="4318"/>
                  </a:lnTo>
                  <a:lnTo>
                    <a:pt x="7272998" y="16802"/>
                  </a:lnTo>
                  <a:lnTo>
                    <a:pt x="7231164" y="36664"/>
                  </a:lnTo>
                  <a:lnTo>
                    <a:pt x="7193686" y="63157"/>
                  </a:lnTo>
                  <a:lnTo>
                    <a:pt x="7161314" y="95516"/>
                  </a:lnTo>
                  <a:lnTo>
                    <a:pt x="7134822" y="132994"/>
                  </a:lnTo>
                  <a:lnTo>
                    <a:pt x="7114959" y="174828"/>
                  </a:lnTo>
                  <a:lnTo>
                    <a:pt x="7102488" y="220268"/>
                  </a:lnTo>
                  <a:lnTo>
                    <a:pt x="7098157" y="268528"/>
                  </a:lnTo>
                  <a:lnTo>
                    <a:pt x="7102488" y="316801"/>
                  </a:lnTo>
                  <a:lnTo>
                    <a:pt x="7114959" y="362229"/>
                  </a:lnTo>
                  <a:lnTo>
                    <a:pt x="7134822" y="404075"/>
                  </a:lnTo>
                  <a:lnTo>
                    <a:pt x="7161314" y="441553"/>
                  </a:lnTo>
                  <a:lnTo>
                    <a:pt x="7193686" y="473913"/>
                  </a:lnTo>
                  <a:lnTo>
                    <a:pt x="7231164" y="500405"/>
                  </a:lnTo>
                  <a:lnTo>
                    <a:pt x="7272998" y="520268"/>
                  </a:lnTo>
                  <a:lnTo>
                    <a:pt x="7318426" y="532739"/>
                  </a:lnTo>
                  <a:lnTo>
                    <a:pt x="7366698" y="537070"/>
                  </a:lnTo>
                  <a:lnTo>
                    <a:pt x="7414971" y="532739"/>
                  </a:lnTo>
                  <a:lnTo>
                    <a:pt x="7460399" y="520268"/>
                  </a:lnTo>
                  <a:lnTo>
                    <a:pt x="7502233" y="500405"/>
                  </a:lnTo>
                  <a:lnTo>
                    <a:pt x="7539710" y="473913"/>
                  </a:lnTo>
                  <a:lnTo>
                    <a:pt x="7572083" y="441553"/>
                  </a:lnTo>
                  <a:lnTo>
                    <a:pt x="7598575" y="404075"/>
                  </a:lnTo>
                  <a:lnTo>
                    <a:pt x="7618438" y="362229"/>
                  </a:lnTo>
                  <a:lnTo>
                    <a:pt x="7630909" y="316801"/>
                  </a:lnTo>
                  <a:lnTo>
                    <a:pt x="7635227" y="268528"/>
                  </a:lnTo>
                  <a:close/>
                </a:path>
              </a:pathLst>
            </a:custGeom>
            <a:solidFill>
              <a:srgbClr val="CB5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50397" y="7299331"/>
            <a:ext cx="6483350" cy="159915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spc="60" dirty="0">
                <a:solidFill>
                  <a:srgbClr val="CB5DFF"/>
                </a:solidFill>
                <a:latin typeface="Lucida Sans Unicode"/>
                <a:cs typeface="Lucida Sans Unicode"/>
              </a:rPr>
              <a:t>Object</a:t>
            </a:r>
            <a:r>
              <a:rPr lang="en-IN" sz="3100" spc="60" dirty="0" err="1">
                <a:solidFill>
                  <a:srgbClr val="CB5DFF"/>
                </a:solidFill>
                <a:latin typeface="Lucida Sans Unicode"/>
                <a:cs typeface="Lucida Sans Unicode"/>
              </a:rPr>
              <a:t>ives</a:t>
            </a:r>
            <a:endParaRPr lang="en-IN" sz="3100" spc="60" dirty="0">
              <a:solidFill>
                <a:srgbClr val="CB5DFF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lang="en-IN" sz="1650" spc="-10" dirty="0">
              <a:solidFill>
                <a:srgbClr val="FFFFFF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dirty="0">
                <a:solidFill>
                  <a:schemeClr val="bg2"/>
                </a:solidFill>
              </a:rPr>
              <a:t>Develop a chatbot using Python and Django. Provide instant responses to user queries. Learn web development using Django. Create a simple and user-friendly interface.</a:t>
            </a:r>
            <a:r>
              <a:rPr spc="-10" dirty="0">
                <a:solidFill>
                  <a:schemeClr val="bg2"/>
                </a:solidFill>
                <a:latin typeface="Lucida Sans Unicode"/>
                <a:cs typeface="Lucida Sans Unicode"/>
              </a:rPr>
              <a:t>.</a:t>
            </a:r>
            <a:endParaRPr dirty="0">
              <a:solidFill>
                <a:schemeClr val="bg2"/>
              </a:solidFill>
              <a:latin typeface="Lucida Sans Unicode"/>
              <a:cs typeface="Lucida Sans Unicode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250397" y="1164426"/>
            <a:ext cx="6241415" cy="901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750" spc="65" dirty="0"/>
              <a:t>Project</a:t>
            </a:r>
            <a:r>
              <a:rPr sz="5750" spc="-345" dirty="0"/>
              <a:t> </a:t>
            </a:r>
            <a:r>
              <a:rPr sz="5750" spc="200" dirty="0"/>
              <a:t>Overview</a:t>
            </a:r>
            <a:endParaRPr sz="5750"/>
          </a:p>
        </p:txBody>
      </p:sp>
      <p:sp>
        <p:nvSpPr>
          <p:cNvPr id="8" name="object 8"/>
          <p:cNvSpPr txBox="1"/>
          <p:nvPr/>
        </p:nvSpPr>
        <p:spPr>
          <a:xfrm>
            <a:off x="1250397" y="2400300"/>
            <a:ext cx="6360795" cy="4085542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 marR="2402205">
              <a:lnSpc>
                <a:spcPts val="6450"/>
              </a:lnSpc>
              <a:spcBef>
                <a:spcPts val="685"/>
              </a:spcBef>
            </a:pPr>
            <a:r>
              <a:rPr sz="5750" b="1" spc="405" dirty="0">
                <a:solidFill>
                  <a:srgbClr val="CB5DFF"/>
                </a:solidFill>
                <a:latin typeface="Trebuchet MS"/>
                <a:cs typeface="Trebuchet MS"/>
              </a:rPr>
              <a:t>&amp;</a:t>
            </a:r>
            <a:r>
              <a:rPr sz="5750" b="1" spc="-365" dirty="0">
                <a:solidFill>
                  <a:srgbClr val="CB5DFF"/>
                </a:solidFill>
                <a:latin typeface="Trebuchet MS"/>
                <a:cs typeface="Trebuchet MS"/>
              </a:rPr>
              <a:t> </a:t>
            </a:r>
            <a:r>
              <a:rPr sz="5750" b="1" spc="275" dirty="0">
                <a:solidFill>
                  <a:srgbClr val="CB5DFF"/>
                </a:solidFill>
                <a:latin typeface="Trebuchet MS"/>
                <a:cs typeface="Trebuchet MS"/>
              </a:rPr>
              <a:t>Problem </a:t>
            </a:r>
            <a:r>
              <a:rPr sz="5750" b="1" spc="330" dirty="0">
                <a:solidFill>
                  <a:srgbClr val="CB5DFF"/>
                </a:solidFill>
                <a:latin typeface="Trebuchet MS"/>
                <a:cs typeface="Trebuchet MS"/>
              </a:rPr>
              <a:t>Statement</a:t>
            </a:r>
            <a:endParaRPr sz="57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115"/>
              </a:spcBef>
            </a:pPr>
            <a:r>
              <a:rPr sz="3100" spc="80" dirty="0">
                <a:solidFill>
                  <a:srgbClr val="CB5DFF"/>
                </a:solidFill>
                <a:latin typeface="Lucida Sans Unicode"/>
                <a:cs typeface="Lucida Sans Unicode"/>
              </a:rPr>
              <a:t>Problem</a:t>
            </a:r>
            <a:r>
              <a:rPr sz="3100" spc="-150" dirty="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sz="3100" spc="120" dirty="0">
                <a:solidFill>
                  <a:srgbClr val="CB5DFF"/>
                </a:solidFill>
                <a:latin typeface="Lucida Sans Unicode"/>
                <a:cs typeface="Lucida Sans Unicode"/>
              </a:rPr>
              <a:t>Statement</a:t>
            </a:r>
            <a:endParaRPr sz="31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25000"/>
              </a:lnSpc>
              <a:spcBef>
                <a:spcPts val="2375"/>
              </a:spcBef>
            </a:pPr>
            <a:r>
              <a:rPr lang="en-IN" dirty="0">
                <a:solidFill>
                  <a:schemeClr val="bg2"/>
                </a:solidFill>
              </a:rPr>
              <a:t>Many users need quick answers to common questions. Manual responses take time and effort. This project provides an automated chatbot for instant replies</a:t>
            </a:r>
            <a:r>
              <a:rPr lang="en-IN" sz="1600" dirty="0"/>
              <a:t>.</a:t>
            </a:r>
            <a:r>
              <a:rPr sz="16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6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6568268"/>
            <a:ext cx="537210" cy="537210"/>
          </a:xfrm>
          <a:custGeom>
            <a:avLst/>
            <a:gdLst/>
            <a:ahLst/>
            <a:cxnLst/>
            <a:rect l="l" t="t" r="r" b="b"/>
            <a:pathLst>
              <a:path w="537210" h="537209">
                <a:moveTo>
                  <a:pt x="268536" y="537073"/>
                </a:moveTo>
                <a:lnTo>
                  <a:pt x="220266" y="532746"/>
                </a:lnTo>
                <a:lnTo>
                  <a:pt x="174835" y="520272"/>
                </a:lnTo>
                <a:lnTo>
                  <a:pt x="133001" y="500410"/>
                </a:lnTo>
                <a:lnTo>
                  <a:pt x="95521" y="473916"/>
                </a:lnTo>
                <a:lnTo>
                  <a:pt x="63156" y="441551"/>
                </a:lnTo>
                <a:lnTo>
                  <a:pt x="36663" y="404072"/>
                </a:lnTo>
                <a:lnTo>
                  <a:pt x="16800" y="362237"/>
                </a:lnTo>
                <a:lnTo>
                  <a:pt x="4326" y="316806"/>
                </a:lnTo>
                <a:lnTo>
                  <a:pt x="0" y="268536"/>
                </a:lnTo>
                <a:lnTo>
                  <a:pt x="4326" y="220266"/>
                </a:lnTo>
                <a:lnTo>
                  <a:pt x="16800" y="174835"/>
                </a:lnTo>
                <a:lnTo>
                  <a:pt x="36663" y="133000"/>
                </a:lnTo>
                <a:lnTo>
                  <a:pt x="63156" y="95521"/>
                </a:lnTo>
                <a:lnTo>
                  <a:pt x="95521" y="63156"/>
                </a:lnTo>
                <a:lnTo>
                  <a:pt x="133001" y="36663"/>
                </a:lnTo>
                <a:lnTo>
                  <a:pt x="174835" y="16800"/>
                </a:lnTo>
                <a:lnTo>
                  <a:pt x="220266" y="4326"/>
                </a:lnTo>
                <a:lnTo>
                  <a:pt x="268536" y="0"/>
                </a:lnTo>
                <a:lnTo>
                  <a:pt x="316806" y="4326"/>
                </a:lnTo>
                <a:lnTo>
                  <a:pt x="362237" y="16800"/>
                </a:lnTo>
                <a:lnTo>
                  <a:pt x="404072" y="36663"/>
                </a:lnTo>
                <a:lnTo>
                  <a:pt x="441551" y="63156"/>
                </a:lnTo>
                <a:lnTo>
                  <a:pt x="473916" y="95521"/>
                </a:lnTo>
                <a:lnTo>
                  <a:pt x="500410" y="133000"/>
                </a:lnTo>
                <a:lnTo>
                  <a:pt x="520273" y="174835"/>
                </a:lnTo>
                <a:lnTo>
                  <a:pt x="532746" y="220266"/>
                </a:lnTo>
                <a:lnTo>
                  <a:pt x="537073" y="268536"/>
                </a:lnTo>
                <a:lnTo>
                  <a:pt x="532746" y="316806"/>
                </a:lnTo>
                <a:lnTo>
                  <a:pt x="520273" y="362237"/>
                </a:lnTo>
                <a:lnTo>
                  <a:pt x="500410" y="404072"/>
                </a:lnTo>
                <a:lnTo>
                  <a:pt x="473916" y="441551"/>
                </a:lnTo>
                <a:lnTo>
                  <a:pt x="441551" y="473916"/>
                </a:lnTo>
                <a:lnTo>
                  <a:pt x="404072" y="500410"/>
                </a:lnTo>
                <a:lnTo>
                  <a:pt x="362237" y="520272"/>
                </a:lnTo>
                <a:lnTo>
                  <a:pt x="316806" y="532746"/>
                </a:lnTo>
                <a:lnTo>
                  <a:pt x="268536" y="537073"/>
                </a:lnTo>
                <a:close/>
              </a:path>
            </a:pathLst>
          </a:custGeom>
          <a:solidFill>
            <a:srgbClr val="CB5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634438" y="670002"/>
            <a:ext cx="537210" cy="537210"/>
          </a:xfrm>
          <a:custGeom>
            <a:avLst/>
            <a:gdLst/>
            <a:ahLst/>
            <a:cxnLst/>
            <a:rect l="l" t="t" r="r" b="b"/>
            <a:pathLst>
              <a:path w="537210" h="537210">
                <a:moveTo>
                  <a:pt x="268536" y="537073"/>
                </a:moveTo>
                <a:lnTo>
                  <a:pt x="220266" y="532746"/>
                </a:lnTo>
                <a:lnTo>
                  <a:pt x="174835" y="520272"/>
                </a:lnTo>
                <a:lnTo>
                  <a:pt x="133000" y="500410"/>
                </a:lnTo>
                <a:lnTo>
                  <a:pt x="95521" y="473916"/>
                </a:lnTo>
                <a:lnTo>
                  <a:pt x="63156" y="441551"/>
                </a:lnTo>
                <a:lnTo>
                  <a:pt x="36663" y="404072"/>
                </a:lnTo>
                <a:lnTo>
                  <a:pt x="16800" y="362237"/>
                </a:lnTo>
                <a:lnTo>
                  <a:pt x="4326" y="316806"/>
                </a:lnTo>
                <a:lnTo>
                  <a:pt x="0" y="268536"/>
                </a:lnTo>
                <a:lnTo>
                  <a:pt x="4326" y="220266"/>
                </a:lnTo>
                <a:lnTo>
                  <a:pt x="16800" y="174835"/>
                </a:lnTo>
                <a:lnTo>
                  <a:pt x="36663" y="133001"/>
                </a:lnTo>
                <a:lnTo>
                  <a:pt x="63156" y="95521"/>
                </a:lnTo>
                <a:lnTo>
                  <a:pt x="95521" y="63156"/>
                </a:lnTo>
                <a:lnTo>
                  <a:pt x="133000" y="36663"/>
                </a:lnTo>
                <a:lnTo>
                  <a:pt x="174835" y="16800"/>
                </a:lnTo>
                <a:lnTo>
                  <a:pt x="220266" y="4326"/>
                </a:lnTo>
                <a:lnTo>
                  <a:pt x="268536" y="0"/>
                </a:lnTo>
                <a:lnTo>
                  <a:pt x="316806" y="4326"/>
                </a:lnTo>
                <a:lnTo>
                  <a:pt x="362237" y="16800"/>
                </a:lnTo>
                <a:lnTo>
                  <a:pt x="404072" y="36663"/>
                </a:lnTo>
                <a:lnTo>
                  <a:pt x="441551" y="63156"/>
                </a:lnTo>
                <a:lnTo>
                  <a:pt x="473916" y="95521"/>
                </a:lnTo>
                <a:lnTo>
                  <a:pt x="500410" y="133001"/>
                </a:lnTo>
                <a:lnTo>
                  <a:pt x="520273" y="174835"/>
                </a:lnTo>
                <a:lnTo>
                  <a:pt x="532746" y="220266"/>
                </a:lnTo>
                <a:lnTo>
                  <a:pt x="537073" y="268536"/>
                </a:lnTo>
                <a:lnTo>
                  <a:pt x="532746" y="316806"/>
                </a:lnTo>
                <a:lnTo>
                  <a:pt x="520273" y="362237"/>
                </a:lnTo>
                <a:lnTo>
                  <a:pt x="500410" y="404072"/>
                </a:lnTo>
                <a:lnTo>
                  <a:pt x="473916" y="441551"/>
                </a:lnTo>
                <a:lnTo>
                  <a:pt x="441551" y="473916"/>
                </a:lnTo>
                <a:lnTo>
                  <a:pt x="404072" y="500410"/>
                </a:lnTo>
                <a:lnTo>
                  <a:pt x="362237" y="520272"/>
                </a:lnTo>
                <a:lnTo>
                  <a:pt x="316806" y="532746"/>
                </a:lnTo>
                <a:lnTo>
                  <a:pt x="268536" y="537073"/>
                </a:lnTo>
                <a:close/>
              </a:path>
            </a:pathLst>
          </a:custGeom>
          <a:solidFill>
            <a:srgbClr val="CB5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99631" y="1708712"/>
            <a:ext cx="6965950" cy="6050280"/>
            <a:chOff x="799631" y="1708712"/>
            <a:chExt cx="6965950" cy="6050280"/>
          </a:xfrm>
        </p:grpSpPr>
        <p:sp>
          <p:nvSpPr>
            <p:cNvPr id="5" name="object 5"/>
            <p:cNvSpPr/>
            <p:nvPr/>
          </p:nvSpPr>
          <p:spPr>
            <a:xfrm>
              <a:off x="1205120" y="1708712"/>
              <a:ext cx="6560820" cy="5918200"/>
            </a:xfrm>
            <a:custGeom>
              <a:avLst/>
              <a:gdLst/>
              <a:ahLst/>
              <a:cxnLst/>
              <a:rect l="l" t="t" r="r" b="b"/>
              <a:pathLst>
                <a:path w="6560820" h="5918200">
                  <a:moveTo>
                    <a:pt x="1896920" y="12699"/>
                  </a:moveTo>
                  <a:lnTo>
                    <a:pt x="1418528" y="12699"/>
                  </a:lnTo>
                  <a:lnTo>
                    <a:pt x="1456904" y="0"/>
                  </a:lnTo>
                  <a:lnTo>
                    <a:pt x="1861765" y="0"/>
                  </a:lnTo>
                  <a:lnTo>
                    <a:pt x="1896920" y="12699"/>
                  </a:lnTo>
                  <a:close/>
                </a:path>
                <a:path w="6560820" h="5918200">
                  <a:moveTo>
                    <a:pt x="4526735" y="5892799"/>
                  </a:moveTo>
                  <a:lnTo>
                    <a:pt x="3693124" y="5892799"/>
                  </a:lnTo>
                  <a:lnTo>
                    <a:pt x="3651053" y="5880099"/>
                  </a:lnTo>
                  <a:lnTo>
                    <a:pt x="3608989" y="5880099"/>
                  </a:lnTo>
                  <a:lnTo>
                    <a:pt x="3440924" y="5829299"/>
                  </a:lnTo>
                  <a:lnTo>
                    <a:pt x="3398985" y="5829299"/>
                  </a:lnTo>
                  <a:lnTo>
                    <a:pt x="3357090" y="5816599"/>
                  </a:lnTo>
                  <a:lnTo>
                    <a:pt x="3315244" y="5791199"/>
                  </a:lnTo>
                  <a:lnTo>
                    <a:pt x="3148472" y="5740399"/>
                  </a:lnTo>
                  <a:lnTo>
                    <a:pt x="3106962" y="5714999"/>
                  </a:lnTo>
                  <a:lnTo>
                    <a:pt x="3024205" y="5689599"/>
                  </a:lnTo>
                  <a:lnTo>
                    <a:pt x="2982969" y="5664199"/>
                  </a:lnTo>
                  <a:lnTo>
                    <a:pt x="2941837" y="5651499"/>
                  </a:lnTo>
                  <a:lnTo>
                    <a:pt x="2859907" y="5600699"/>
                  </a:lnTo>
                  <a:lnTo>
                    <a:pt x="2819122" y="5587999"/>
                  </a:lnTo>
                  <a:lnTo>
                    <a:pt x="2537530" y="5410199"/>
                  </a:lnTo>
                  <a:lnTo>
                    <a:pt x="2380222" y="5308599"/>
                  </a:lnTo>
                  <a:lnTo>
                    <a:pt x="2341365" y="5270499"/>
                  </a:lnTo>
                  <a:lnTo>
                    <a:pt x="2302707" y="5245099"/>
                  </a:lnTo>
                  <a:lnTo>
                    <a:pt x="2264255" y="5206999"/>
                  </a:lnTo>
                  <a:lnTo>
                    <a:pt x="2226015" y="5181599"/>
                  </a:lnTo>
                  <a:lnTo>
                    <a:pt x="2187993" y="5143499"/>
                  </a:lnTo>
                  <a:lnTo>
                    <a:pt x="2150195" y="5118099"/>
                  </a:lnTo>
                  <a:lnTo>
                    <a:pt x="2038205" y="5003799"/>
                  </a:lnTo>
                  <a:lnTo>
                    <a:pt x="1969295" y="4940299"/>
                  </a:lnTo>
                  <a:lnTo>
                    <a:pt x="1934767" y="4914899"/>
                  </a:lnTo>
                  <a:lnTo>
                    <a:pt x="1865620" y="4838699"/>
                  </a:lnTo>
                  <a:lnTo>
                    <a:pt x="1831023" y="4813299"/>
                  </a:lnTo>
                  <a:lnTo>
                    <a:pt x="1761836" y="4737099"/>
                  </a:lnTo>
                  <a:lnTo>
                    <a:pt x="1727269" y="4711699"/>
                  </a:lnTo>
                  <a:lnTo>
                    <a:pt x="1658242" y="4635499"/>
                  </a:lnTo>
                  <a:lnTo>
                    <a:pt x="1623803" y="4610099"/>
                  </a:lnTo>
                  <a:lnTo>
                    <a:pt x="1555133" y="4533899"/>
                  </a:lnTo>
                  <a:lnTo>
                    <a:pt x="1520923" y="4508499"/>
                  </a:lnTo>
                  <a:lnTo>
                    <a:pt x="1418926" y="4394199"/>
                  </a:lnTo>
                  <a:lnTo>
                    <a:pt x="1385175" y="4368799"/>
                  </a:lnTo>
                  <a:lnTo>
                    <a:pt x="1284817" y="4254499"/>
                  </a:lnTo>
                  <a:lnTo>
                    <a:pt x="1251700" y="4229099"/>
                  </a:lnTo>
                  <a:lnTo>
                    <a:pt x="1186035" y="4152899"/>
                  </a:lnTo>
                  <a:lnTo>
                    <a:pt x="1153510" y="4114799"/>
                  </a:lnTo>
                  <a:lnTo>
                    <a:pt x="1121204" y="4089399"/>
                  </a:lnTo>
                  <a:lnTo>
                    <a:pt x="1057293" y="4013199"/>
                  </a:lnTo>
                  <a:lnTo>
                    <a:pt x="1025710" y="3975099"/>
                  </a:lnTo>
                  <a:lnTo>
                    <a:pt x="994390" y="3949699"/>
                  </a:lnTo>
                  <a:lnTo>
                    <a:pt x="963345" y="3911599"/>
                  </a:lnTo>
                  <a:lnTo>
                    <a:pt x="932585" y="3873499"/>
                  </a:lnTo>
                  <a:lnTo>
                    <a:pt x="902122" y="3835399"/>
                  </a:lnTo>
                  <a:lnTo>
                    <a:pt x="871965" y="3797299"/>
                  </a:lnTo>
                  <a:lnTo>
                    <a:pt x="842127" y="3759199"/>
                  </a:lnTo>
                  <a:lnTo>
                    <a:pt x="812618" y="3733799"/>
                  </a:lnTo>
                  <a:lnTo>
                    <a:pt x="783450" y="3695699"/>
                  </a:lnTo>
                  <a:lnTo>
                    <a:pt x="754632" y="3657599"/>
                  </a:lnTo>
                  <a:lnTo>
                    <a:pt x="726177" y="3619499"/>
                  </a:lnTo>
                  <a:lnTo>
                    <a:pt x="698096" y="3581399"/>
                  </a:lnTo>
                  <a:lnTo>
                    <a:pt x="670399" y="3543299"/>
                  </a:lnTo>
                  <a:lnTo>
                    <a:pt x="643097" y="3517899"/>
                  </a:lnTo>
                  <a:lnTo>
                    <a:pt x="616201" y="3479799"/>
                  </a:lnTo>
                  <a:lnTo>
                    <a:pt x="589723" y="3441699"/>
                  </a:lnTo>
                  <a:lnTo>
                    <a:pt x="563673" y="3403599"/>
                  </a:lnTo>
                  <a:lnTo>
                    <a:pt x="538063" y="3365499"/>
                  </a:lnTo>
                  <a:lnTo>
                    <a:pt x="512903" y="3327399"/>
                  </a:lnTo>
                  <a:lnTo>
                    <a:pt x="488204" y="3289299"/>
                  </a:lnTo>
                  <a:lnTo>
                    <a:pt x="463978" y="3251199"/>
                  </a:lnTo>
                  <a:lnTo>
                    <a:pt x="440235" y="3213099"/>
                  </a:lnTo>
                  <a:lnTo>
                    <a:pt x="416987" y="3187699"/>
                  </a:lnTo>
                  <a:lnTo>
                    <a:pt x="394244" y="3149599"/>
                  </a:lnTo>
                  <a:lnTo>
                    <a:pt x="372018" y="3111499"/>
                  </a:lnTo>
                  <a:lnTo>
                    <a:pt x="350319" y="3073399"/>
                  </a:lnTo>
                  <a:lnTo>
                    <a:pt x="329158" y="3035299"/>
                  </a:lnTo>
                  <a:lnTo>
                    <a:pt x="308547" y="2997199"/>
                  </a:lnTo>
                  <a:lnTo>
                    <a:pt x="288497" y="2959099"/>
                  </a:lnTo>
                  <a:lnTo>
                    <a:pt x="269018" y="2920999"/>
                  </a:lnTo>
                  <a:lnTo>
                    <a:pt x="250121" y="2882899"/>
                  </a:lnTo>
                  <a:lnTo>
                    <a:pt x="231818" y="2844799"/>
                  </a:lnTo>
                  <a:lnTo>
                    <a:pt x="214120" y="2806699"/>
                  </a:lnTo>
                  <a:lnTo>
                    <a:pt x="197037" y="2768599"/>
                  </a:lnTo>
                  <a:lnTo>
                    <a:pt x="180581" y="2730499"/>
                  </a:lnTo>
                  <a:lnTo>
                    <a:pt x="164762" y="2692399"/>
                  </a:lnTo>
                  <a:lnTo>
                    <a:pt x="149592" y="2654299"/>
                  </a:lnTo>
                  <a:lnTo>
                    <a:pt x="135081" y="2616199"/>
                  </a:lnTo>
                  <a:lnTo>
                    <a:pt x="121241" y="2578099"/>
                  </a:lnTo>
                  <a:lnTo>
                    <a:pt x="108083" y="2539999"/>
                  </a:lnTo>
                  <a:lnTo>
                    <a:pt x="95617" y="2501899"/>
                  </a:lnTo>
                  <a:lnTo>
                    <a:pt x="83855" y="2463799"/>
                  </a:lnTo>
                  <a:lnTo>
                    <a:pt x="72807" y="2425699"/>
                  </a:lnTo>
                  <a:lnTo>
                    <a:pt x="62485" y="2387599"/>
                  </a:lnTo>
                  <a:lnTo>
                    <a:pt x="52900" y="2349499"/>
                  </a:lnTo>
                  <a:lnTo>
                    <a:pt x="44063" y="2311399"/>
                  </a:lnTo>
                  <a:lnTo>
                    <a:pt x="35984" y="2273299"/>
                  </a:lnTo>
                  <a:lnTo>
                    <a:pt x="28674" y="2235199"/>
                  </a:lnTo>
                  <a:lnTo>
                    <a:pt x="22146" y="2197099"/>
                  </a:lnTo>
                  <a:lnTo>
                    <a:pt x="16409" y="2158999"/>
                  </a:lnTo>
                  <a:lnTo>
                    <a:pt x="11475" y="2120899"/>
                  </a:lnTo>
                  <a:lnTo>
                    <a:pt x="7355" y="2082799"/>
                  </a:lnTo>
                  <a:lnTo>
                    <a:pt x="4059" y="2044699"/>
                  </a:lnTo>
                  <a:lnTo>
                    <a:pt x="1599" y="2006599"/>
                  </a:lnTo>
                  <a:lnTo>
                    <a:pt x="0" y="1968499"/>
                  </a:lnTo>
                  <a:lnTo>
                    <a:pt x="0" y="1879599"/>
                  </a:lnTo>
                  <a:lnTo>
                    <a:pt x="2221" y="1816099"/>
                  </a:lnTo>
                  <a:lnTo>
                    <a:pt x="8706" y="1727199"/>
                  </a:lnTo>
                  <a:lnTo>
                    <a:pt x="13328" y="1689099"/>
                  </a:lnTo>
                  <a:lnTo>
                    <a:pt x="18885" y="1650999"/>
                  </a:lnTo>
                  <a:lnTo>
                    <a:pt x="25388" y="1612899"/>
                  </a:lnTo>
                  <a:lnTo>
                    <a:pt x="32848" y="1574799"/>
                  </a:lnTo>
                  <a:lnTo>
                    <a:pt x="41276" y="1536699"/>
                  </a:lnTo>
                  <a:lnTo>
                    <a:pt x="50683" y="1498599"/>
                  </a:lnTo>
                  <a:lnTo>
                    <a:pt x="61079" y="1460499"/>
                  </a:lnTo>
                  <a:lnTo>
                    <a:pt x="72477" y="1422399"/>
                  </a:lnTo>
                  <a:lnTo>
                    <a:pt x="84886" y="1384299"/>
                  </a:lnTo>
                  <a:lnTo>
                    <a:pt x="98319" y="1333499"/>
                  </a:lnTo>
                  <a:lnTo>
                    <a:pt x="112785" y="1295399"/>
                  </a:lnTo>
                  <a:lnTo>
                    <a:pt x="128296" y="1257299"/>
                  </a:lnTo>
                  <a:lnTo>
                    <a:pt x="144863" y="1219199"/>
                  </a:lnTo>
                  <a:lnTo>
                    <a:pt x="162497" y="1181099"/>
                  </a:lnTo>
                  <a:lnTo>
                    <a:pt x="181209" y="1142999"/>
                  </a:lnTo>
                  <a:lnTo>
                    <a:pt x="201010" y="1104899"/>
                  </a:lnTo>
                  <a:lnTo>
                    <a:pt x="221911" y="1054099"/>
                  </a:lnTo>
                  <a:lnTo>
                    <a:pt x="243923" y="1015999"/>
                  </a:lnTo>
                  <a:lnTo>
                    <a:pt x="267057" y="977899"/>
                  </a:lnTo>
                  <a:lnTo>
                    <a:pt x="291323" y="939799"/>
                  </a:lnTo>
                  <a:lnTo>
                    <a:pt x="316734" y="901699"/>
                  </a:lnTo>
                  <a:lnTo>
                    <a:pt x="343300" y="863599"/>
                  </a:lnTo>
                  <a:lnTo>
                    <a:pt x="371032" y="825499"/>
                  </a:lnTo>
                  <a:lnTo>
                    <a:pt x="399941" y="774699"/>
                  </a:lnTo>
                  <a:lnTo>
                    <a:pt x="430039" y="736599"/>
                  </a:lnTo>
                  <a:lnTo>
                    <a:pt x="602924" y="533399"/>
                  </a:lnTo>
                  <a:lnTo>
                    <a:pt x="645685" y="482599"/>
                  </a:lnTo>
                  <a:lnTo>
                    <a:pt x="688256" y="444499"/>
                  </a:lnTo>
                  <a:lnTo>
                    <a:pt x="730634" y="393699"/>
                  </a:lnTo>
                  <a:lnTo>
                    <a:pt x="814798" y="317499"/>
                  </a:lnTo>
                  <a:lnTo>
                    <a:pt x="856578" y="292099"/>
                  </a:lnTo>
                  <a:lnTo>
                    <a:pt x="898153" y="253999"/>
                  </a:lnTo>
                  <a:lnTo>
                    <a:pt x="1102836" y="126999"/>
                  </a:lnTo>
                  <a:lnTo>
                    <a:pt x="1143114" y="101599"/>
                  </a:lnTo>
                  <a:lnTo>
                    <a:pt x="1183164" y="88899"/>
                  </a:lnTo>
                  <a:lnTo>
                    <a:pt x="1222984" y="63499"/>
                  </a:lnTo>
                  <a:lnTo>
                    <a:pt x="1379904" y="12699"/>
                  </a:lnTo>
                  <a:lnTo>
                    <a:pt x="1931788" y="12699"/>
                  </a:lnTo>
                  <a:lnTo>
                    <a:pt x="2034628" y="50799"/>
                  </a:lnTo>
                  <a:lnTo>
                    <a:pt x="2068312" y="50799"/>
                  </a:lnTo>
                  <a:lnTo>
                    <a:pt x="2134764" y="76199"/>
                  </a:lnTo>
                  <a:lnTo>
                    <a:pt x="2295420" y="139699"/>
                  </a:lnTo>
                  <a:lnTo>
                    <a:pt x="2326588" y="165099"/>
                  </a:lnTo>
                  <a:lnTo>
                    <a:pt x="2357428" y="177799"/>
                  </a:lnTo>
                  <a:lnTo>
                    <a:pt x="2477444" y="228599"/>
                  </a:lnTo>
                  <a:lnTo>
                    <a:pt x="2506597" y="253999"/>
                  </a:lnTo>
                  <a:lnTo>
                    <a:pt x="2563860" y="279399"/>
                  </a:lnTo>
                  <a:lnTo>
                    <a:pt x="2647101" y="330199"/>
                  </a:lnTo>
                  <a:lnTo>
                    <a:pt x="2727085" y="368299"/>
                  </a:lnTo>
                  <a:lnTo>
                    <a:pt x="2778557" y="393699"/>
                  </a:lnTo>
                  <a:lnTo>
                    <a:pt x="2828519" y="419099"/>
                  </a:lnTo>
                  <a:lnTo>
                    <a:pt x="2876948" y="444499"/>
                  </a:lnTo>
                  <a:lnTo>
                    <a:pt x="2900580" y="444499"/>
                  </a:lnTo>
                  <a:lnTo>
                    <a:pt x="2946662" y="469899"/>
                  </a:lnTo>
                  <a:lnTo>
                    <a:pt x="2969107" y="469899"/>
                  </a:lnTo>
                  <a:lnTo>
                    <a:pt x="2991150" y="482599"/>
                  </a:lnTo>
                  <a:lnTo>
                    <a:pt x="3012788" y="482599"/>
                  </a:lnTo>
                  <a:lnTo>
                    <a:pt x="3034018" y="495299"/>
                  </a:lnTo>
                  <a:lnTo>
                    <a:pt x="5641224" y="495299"/>
                  </a:lnTo>
                  <a:lnTo>
                    <a:pt x="5655782" y="507999"/>
                  </a:lnTo>
                  <a:lnTo>
                    <a:pt x="5684466" y="533399"/>
                  </a:lnTo>
                  <a:lnTo>
                    <a:pt x="5712719" y="558799"/>
                  </a:lnTo>
                  <a:lnTo>
                    <a:pt x="5740538" y="571499"/>
                  </a:lnTo>
                  <a:lnTo>
                    <a:pt x="5767922" y="596899"/>
                  </a:lnTo>
                  <a:lnTo>
                    <a:pt x="5794869" y="622299"/>
                  </a:lnTo>
                  <a:lnTo>
                    <a:pt x="5821378" y="660399"/>
                  </a:lnTo>
                  <a:lnTo>
                    <a:pt x="5847447" y="685799"/>
                  </a:lnTo>
                  <a:lnTo>
                    <a:pt x="5873076" y="711199"/>
                  </a:lnTo>
                  <a:lnTo>
                    <a:pt x="5898261" y="736599"/>
                  </a:lnTo>
                  <a:lnTo>
                    <a:pt x="5923003" y="774699"/>
                  </a:lnTo>
                  <a:lnTo>
                    <a:pt x="5947298" y="800099"/>
                  </a:lnTo>
                  <a:lnTo>
                    <a:pt x="5971147" y="838199"/>
                  </a:lnTo>
                  <a:lnTo>
                    <a:pt x="5994547" y="876299"/>
                  </a:lnTo>
                  <a:lnTo>
                    <a:pt x="6017496" y="901699"/>
                  </a:lnTo>
                  <a:lnTo>
                    <a:pt x="6039994" y="939799"/>
                  </a:lnTo>
                  <a:lnTo>
                    <a:pt x="6062039" y="977899"/>
                  </a:lnTo>
                  <a:lnTo>
                    <a:pt x="6083629" y="1015999"/>
                  </a:lnTo>
                  <a:lnTo>
                    <a:pt x="6104762" y="1054099"/>
                  </a:lnTo>
                  <a:lnTo>
                    <a:pt x="6125438" y="1092199"/>
                  </a:lnTo>
                  <a:lnTo>
                    <a:pt x="6145654" y="1130299"/>
                  </a:lnTo>
                  <a:lnTo>
                    <a:pt x="6165410" y="1181099"/>
                  </a:lnTo>
                  <a:lnTo>
                    <a:pt x="6184704" y="1219199"/>
                  </a:lnTo>
                  <a:lnTo>
                    <a:pt x="6203533" y="1257299"/>
                  </a:lnTo>
                  <a:lnTo>
                    <a:pt x="6221897" y="1295399"/>
                  </a:lnTo>
                  <a:lnTo>
                    <a:pt x="6239795" y="1346199"/>
                  </a:lnTo>
                  <a:lnTo>
                    <a:pt x="6257224" y="1384299"/>
                  </a:lnTo>
                  <a:lnTo>
                    <a:pt x="6274183" y="1435099"/>
                  </a:lnTo>
                  <a:lnTo>
                    <a:pt x="6290671" y="1473199"/>
                  </a:lnTo>
                  <a:lnTo>
                    <a:pt x="6306685" y="1523999"/>
                  </a:lnTo>
                  <a:lnTo>
                    <a:pt x="6322226" y="1574799"/>
                  </a:lnTo>
                  <a:lnTo>
                    <a:pt x="6337290" y="1612899"/>
                  </a:lnTo>
                  <a:lnTo>
                    <a:pt x="6351878" y="1663699"/>
                  </a:lnTo>
                  <a:lnTo>
                    <a:pt x="6365986" y="1714499"/>
                  </a:lnTo>
                  <a:lnTo>
                    <a:pt x="6379614" y="1765299"/>
                  </a:lnTo>
                  <a:lnTo>
                    <a:pt x="6392759" y="1803399"/>
                  </a:lnTo>
                  <a:lnTo>
                    <a:pt x="6405422" y="1854199"/>
                  </a:lnTo>
                  <a:lnTo>
                    <a:pt x="6417599" y="1904999"/>
                  </a:lnTo>
                  <a:lnTo>
                    <a:pt x="6429290" y="1955799"/>
                  </a:lnTo>
                  <a:lnTo>
                    <a:pt x="6440493" y="2006599"/>
                  </a:lnTo>
                  <a:lnTo>
                    <a:pt x="6451206" y="2057399"/>
                  </a:lnTo>
                  <a:lnTo>
                    <a:pt x="6461428" y="2108199"/>
                  </a:lnTo>
                  <a:lnTo>
                    <a:pt x="6471158" y="2158999"/>
                  </a:lnTo>
                  <a:lnTo>
                    <a:pt x="6480394" y="2209799"/>
                  </a:lnTo>
                  <a:lnTo>
                    <a:pt x="6489134" y="2260599"/>
                  </a:lnTo>
                  <a:lnTo>
                    <a:pt x="6497377" y="2311399"/>
                  </a:lnTo>
                  <a:lnTo>
                    <a:pt x="6505121" y="2362199"/>
                  </a:lnTo>
                  <a:lnTo>
                    <a:pt x="6512366" y="2412999"/>
                  </a:lnTo>
                  <a:lnTo>
                    <a:pt x="6519109" y="2463799"/>
                  </a:lnTo>
                  <a:lnTo>
                    <a:pt x="6525348" y="2514599"/>
                  </a:lnTo>
                  <a:lnTo>
                    <a:pt x="6531083" y="2565399"/>
                  </a:lnTo>
                  <a:lnTo>
                    <a:pt x="6536312" y="2628899"/>
                  </a:lnTo>
                  <a:lnTo>
                    <a:pt x="6541033" y="2679699"/>
                  </a:lnTo>
                  <a:lnTo>
                    <a:pt x="6545246" y="2730499"/>
                  </a:lnTo>
                  <a:lnTo>
                    <a:pt x="6548947" y="2781299"/>
                  </a:lnTo>
                  <a:lnTo>
                    <a:pt x="6552136" y="2832099"/>
                  </a:lnTo>
                  <a:lnTo>
                    <a:pt x="6554812" y="2882899"/>
                  </a:lnTo>
                  <a:lnTo>
                    <a:pt x="6556972" y="2933699"/>
                  </a:lnTo>
                  <a:lnTo>
                    <a:pt x="6558616" y="2984499"/>
                  </a:lnTo>
                  <a:lnTo>
                    <a:pt x="6559741" y="3035299"/>
                  </a:lnTo>
                  <a:lnTo>
                    <a:pt x="6560347" y="3098799"/>
                  </a:lnTo>
                  <a:lnTo>
                    <a:pt x="6560431" y="3149599"/>
                  </a:lnTo>
                  <a:lnTo>
                    <a:pt x="6560102" y="3187699"/>
                  </a:lnTo>
                  <a:lnTo>
                    <a:pt x="6559993" y="3200399"/>
                  </a:lnTo>
                  <a:lnTo>
                    <a:pt x="6559030" y="3251199"/>
                  </a:lnTo>
                  <a:lnTo>
                    <a:pt x="6557542" y="3301999"/>
                  </a:lnTo>
                  <a:lnTo>
                    <a:pt x="6555526" y="3352799"/>
                  </a:lnTo>
                  <a:lnTo>
                    <a:pt x="6552982" y="3403599"/>
                  </a:lnTo>
                  <a:lnTo>
                    <a:pt x="6549907" y="3454399"/>
                  </a:lnTo>
                  <a:lnTo>
                    <a:pt x="6546300" y="3505199"/>
                  </a:lnTo>
                  <a:lnTo>
                    <a:pt x="6542160" y="3555999"/>
                  </a:lnTo>
                  <a:lnTo>
                    <a:pt x="6537485" y="3606799"/>
                  </a:lnTo>
                  <a:lnTo>
                    <a:pt x="6532274" y="3644899"/>
                  </a:lnTo>
                  <a:lnTo>
                    <a:pt x="6526525" y="3695699"/>
                  </a:lnTo>
                  <a:lnTo>
                    <a:pt x="6520236" y="3746499"/>
                  </a:lnTo>
                  <a:lnTo>
                    <a:pt x="6513407" y="3797299"/>
                  </a:lnTo>
                  <a:lnTo>
                    <a:pt x="6506035" y="3835399"/>
                  </a:lnTo>
                  <a:lnTo>
                    <a:pt x="6498120" y="3886199"/>
                  </a:lnTo>
                  <a:lnTo>
                    <a:pt x="6489658" y="3936999"/>
                  </a:lnTo>
                  <a:lnTo>
                    <a:pt x="6480650" y="3975099"/>
                  </a:lnTo>
                  <a:lnTo>
                    <a:pt x="6471094" y="4025899"/>
                  </a:lnTo>
                  <a:lnTo>
                    <a:pt x="6460987" y="4063999"/>
                  </a:lnTo>
                  <a:lnTo>
                    <a:pt x="6450329" y="4114799"/>
                  </a:lnTo>
                  <a:lnTo>
                    <a:pt x="6439119" y="4152899"/>
                  </a:lnTo>
                  <a:lnTo>
                    <a:pt x="6427353" y="4203699"/>
                  </a:lnTo>
                  <a:lnTo>
                    <a:pt x="6415032" y="4241799"/>
                  </a:lnTo>
                  <a:lnTo>
                    <a:pt x="6402153" y="4279899"/>
                  </a:lnTo>
                  <a:lnTo>
                    <a:pt x="6388715" y="4330699"/>
                  </a:lnTo>
                  <a:lnTo>
                    <a:pt x="6374716" y="4368799"/>
                  </a:lnTo>
                  <a:lnTo>
                    <a:pt x="6360156" y="4406899"/>
                  </a:lnTo>
                  <a:lnTo>
                    <a:pt x="6345031" y="4444999"/>
                  </a:lnTo>
                  <a:lnTo>
                    <a:pt x="6329342" y="4483099"/>
                  </a:lnTo>
                  <a:lnTo>
                    <a:pt x="6313086" y="4521199"/>
                  </a:lnTo>
                  <a:lnTo>
                    <a:pt x="6296262" y="4546599"/>
                  </a:lnTo>
                  <a:lnTo>
                    <a:pt x="6278869" y="4584699"/>
                  </a:lnTo>
                  <a:lnTo>
                    <a:pt x="6260904" y="4622799"/>
                  </a:lnTo>
                  <a:lnTo>
                    <a:pt x="6242367" y="4660899"/>
                  </a:lnTo>
                  <a:lnTo>
                    <a:pt x="6223256" y="4686299"/>
                  </a:lnTo>
                  <a:lnTo>
                    <a:pt x="6203569" y="4724399"/>
                  </a:lnTo>
                  <a:lnTo>
                    <a:pt x="6183304" y="4749799"/>
                  </a:lnTo>
                  <a:lnTo>
                    <a:pt x="6154094" y="4787899"/>
                  </a:lnTo>
                  <a:lnTo>
                    <a:pt x="6124494" y="4838699"/>
                  </a:lnTo>
                  <a:lnTo>
                    <a:pt x="6094508" y="4876799"/>
                  </a:lnTo>
                  <a:lnTo>
                    <a:pt x="6064144" y="4914899"/>
                  </a:lnTo>
                  <a:lnTo>
                    <a:pt x="6033408" y="4952999"/>
                  </a:lnTo>
                  <a:lnTo>
                    <a:pt x="6002304" y="4991099"/>
                  </a:lnTo>
                  <a:lnTo>
                    <a:pt x="5970841" y="5029199"/>
                  </a:lnTo>
                  <a:lnTo>
                    <a:pt x="5939022" y="5067299"/>
                  </a:lnTo>
                  <a:lnTo>
                    <a:pt x="5906855" y="5092699"/>
                  </a:lnTo>
                  <a:lnTo>
                    <a:pt x="5874346" y="5130799"/>
                  </a:lnTo>
                  <a:lnTo>
                    <a:pt x="5841500" y="5168899"/>
                  </a:lnTo>
                  <a:lnTo>
                    <a:pt x="5808324" y="5206999"/>
                  </a:lnTo>
                  <a:lnTo>
                    <a:pt x="5774823" y="5232399"/>
                  </a:lnTo>
                  <a:lnTo>
                    <a:pt x="5741004" y="5270499"/>
                  </a:lnTo>
                  <a:lnTo>
                    <a:pt x="5672434" y="5321299"/>
                  </a:lnTo>
                  <a:lnTo>
                    <a:pt x="5637696" y="5359399"/>
                  </a:lnTo>
                  <a:lnTo>
                    <a:pt x="5531740" y="5435599"/>
                  </a:lnTo>
                  <a:lnTo>
                    <a:pt x="5495860" y="5473699"/>
                  </a:lnTo>
                  <a:lnTo>
                    <a:pt x="5423297" y="5524499"/>
                  </a:lnTo>
                  <a:lnTo>
                    <a:pt x="5386625" y="5537199"/>
                  </a:lnTo>
                  <a:lnTo>
                    <a:pt x="5275122" y="5613399"/>
                  </a:lnTo>
                  <a:lnTo>
                    <a:pt x="5237478" y="5626099"/>
                  </a:lnTo>
                  <a:lnTo>
                    <a:pt x="5161512" y="5676899"/>
                  </a:lnTo>
                  <a:lnTo>
                    <a:pt x="5123202" y="5689599"/>
                  </a:lnTo>
                  <a:lnTo>
                    <a:pt x="5084682" y="5714999"/>
                  </a:lnTo>
                  <a:lnTo>
                    <a:pt x="5007036" y="5740399"/>
                  </a:lnTo>
                  <a:lnTo>
                    <a:pt x="4967923" y="5765799"/>
                  </a:lnTo>
                  <a:lnTo>
                    <a:pt x="4689262" y="5854699"/>
                  </a:lnTo>
                  <a:lnTo>
                    <a:pt x="4648831" y="5854699"/>
                  </a:lnTo>
                  <a:lnTo>
                    <a:pt x="4526735" y="5892799"/>
                  </a:lnTo>
                  <a:close/>
                </a:path>
                <a:path w="6560820" h="5918200">
                  <a:moveTo>
                    <a:pt x="4932195" y="253999"/>
                  </a:moveTo>
                  <a:lnTo>
                    <a:pt x="4496115" y="253999"/>
                  </a:lnTo>
                  <a:lnTo>
                    <a:pt x="4543722" y="241299"/>
                  </a:lnTo>
                  <a:lnTo>
                    <a:pt x="4882934" y="241299"/>
                  </a:lnTo>
                  <a:lnTo>
                    <a:pt x="4932195" y="253999"/>
                  </a:lnTo>
                  <a:close/>
                </a:path>
                <a:path w="6560820" h="5918200">
                  <a:moveTo>
                    <a:pt x="5031274" y="266699"/>
                  </a:moveTo>
                  <a:lnTo>
                    <a:pt x="4401582" y="266699"/>
                  </a:lnTo>
                  <a:lnTo>
                    <a:pt x="4448734" y="253999"/>
                  </a:lnTo>
                  <a:lnTo>
                    <a:pt x="4981642" y="253999"/>
                  </a:lnTo>
                  <a:lnTo>
                    <a:pt x="5031274" y="266699"/>
                  </a:lnTo>
                  <a:close/>
                </a:path>
                <a:path w="6560820" h="5918200">
                  <a:moveTo>
                    <a:pt x="5641224" y="495299"/>
                  </a:moveTo>
                  <a:lnTo>
                    <a:pt x="3270109" y="495299"/>
                  </a:lnTo>
                  <a:lnTo>
                    <a:pt x="3309806" y="482599"/>
                  </a:lnTo>
                  <a:lnTo>
                    <a:pt x="3390216" y="482599"/>
                  </a:lnTo>
                  <a:lnTo>
                    <a:pt x="3471948" y="457199"/>
                  </a:lnTo>
                  <a:lnTo>
                    <a:pt x="3513301" y="457199"/>
                  </a:lnTo>
                  <a:lnTo>
                    <a:pt x="3596956" y="431799"/>
                  </a:lnTo>
                  <a:lnTo>
                    <a:pt x="3639250" y="431799"/>
                  </a:lnTo>
                  <a:lnTo>
                    <a:pt x="3767951" y="393699"/>
                  </a:lnTo>
                  <a:lnTo>
                    <a:pt x="3855223" y="380999"/>
                  </a:lnTo>
                  <a:lnTo>
                    <a:pt x="4078310" y="317499"/>
                  </a:lnTo>
                  <a:lnTo>
                    <a:pt x="4123735" y="317499"/>
                  </a:lnTo>
                  <a:lnTo>
                    <a:pt x="4261549" y="279399"/>
                  </a:lnTo>
                  <a:lnTo>
                    <a:pt x="4307986" y="279399"/>
                  </a:lnTo>
                  <a:lnTo>
                    <a:pt x="4354665" y="266699"/>
                  </a:lnTo>
                  <a:lnTo>
                    <a:pt x="5081085" y="266699"/>
                  </a:lnTo>
                  <a:lnTo>
                    <a:pt x="5231550" y="304799"/>
                  </a:lnTo>
                  <a:lnTo>
                    <a:pt x="5282036" y="330199"/>
                  </a:lnTo>
                  <a:lnTo>
                    <a:pt x="5332679" y="342899"/>
                  </a:lnTo>
                  <a:lnTo>
                    <a:pt x="5383477" y="368299"/>
                  </a:lnTo>
                  <a:lnTo>
                    <a:pt x="5434425" y="380999"/>
                  </a:lnTo>
                  <a:lnTo>
                    <a:pt x="5536753" y="431799"/>
                  </a:lnTo>
                  <a:lnTo>
                    <a:pt x="5567150" y="444499"/>
                  </a:lnTo>
                  <a:lnTo>
                    <a:pt x="5597122" y="469899"/>
                  </a:lnTo>
                  <a:lnTo>
                    <a:pt x="5626667" y="482599"/>
                  </a:lnTo>
                  <a:lnTo>
                    <a:pt x="5641224" y="495299"/>
                  </a:lnTo>
                  <a:close/>
                </a:path>
                <a:path w="6560820" h="5918200">
                  <a:moveTo>
                    <a:pt x="4444730" y="5905499"/>
                  </a:moveTo>
                  <a:lnTo>
                    <a:pt x="3777262" y="5905499"/>
                  </a:lnTo>
                  <a:lnTo>
                    <a:pt x="3735195" y="5892799"/>
                  </a:lnTo>
                  <a:lnTo>
                    <a:pt x="4485789" y="5892799"/>
                  </a:lnTo>
                  <a:lnTo>
                    <a:pt x="4444730" y="5905499"/>
                  </a:lnTo>
                  <a:close/>
                </a:path>
                <a:path w="6560820" h="5918200">
                  <a:moveTo>
                    <a:pt x="4337702" y="5918199"/>
                  </a:moveTo>
                  <a:lnTo>
                    <a:pt x="3844312" y="5918199"/>
                  </a:lnTo>
                  <a:lnTo>
                    <a:pt x="3819318" y="5905499"/>
                  </a:lnTo>
                  <a:lnTo>
                    <a:pt x="4362295" y="5905499"/>
                  </a:lnTo>
                  <a:lnTo>
                    <a:pt x="4337702" y="5918199"/>
                  </a:lnTo>
                  <a:close/>
                </a:path>
              </a:pathLst>
            </a:custGeom>
            <a:solidFill>
              <a:srgbClr val="CB5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631" y="1807288"/>
              <a:ext cx="6583627" cy="595114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60299" y="3695700"/>
            <a:ext cx="6074902" cy="609166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spc="60" dirty="0">
                <a:solidFill>
                  <a:srgbClr val="CB5DFF"/>
                </a:solidFill>
                <a:latin typeface="Lucida Sans Unicode"/>
                <a:cs typeface="Lucida Sans Unicode"/>
              </a:rPr>
              <a:t>Tech</a:t>
            </a:r>
            <a:r>
              <a:rPr lang="en-IN" sz="3100" spc="-170" dirty="0" err="1">
                <a:solidFill>
                  <a:srgbClr val="CB5DFF"/>
                </a:solidFill>
                <a:latin typeface="Lucida Sans Unicode"/>
                <a:cs typeface="Lucida Sans Unicode"/>
              </a:rPr>
              <a:t>nologies</a:t>
            </a:r>
            <a:r>
              <a:rPr lang="en-IN" sz="3100" spc="-170" dirty="0">
                <a:solidFill>
                  <a:srgbClr val="CB5DFF"/>
                </a:solidFill>
                <a:latin typeface="Lucida Sans Unicode"/>
                <a:cs typeface="Lucida Sans Unicode"/>
              </a:rPr>
              <a:t> used</a:t>
            </a:r>
            <a:endParaRPr sz="3100" dirty="0">
              <a:latin typeface="Lucida Sans Unicode"/>
              <a:cs typeface="Lucida Sans Unicode"/>
            </a:endParaRPr>
          </a:p>
          <a:p>
            <a:pPr marL="12700" marR="382905">
              <a:lnSpc>
                <a:spcPct val="121700"/>
              </a:lnSpc>
              <a:spcBef>
                <a:spcPts val="2245"/>
              </a:spcBef>
            </a:pPr>
            <a:r>
              <a:rPr lang="en-IN" sz="2000" b="1" dirty="0">
                <a:solidFill>
                  <a:schemeClr val="bg2"/>
                </a:solidFill>
              </a:rPr>
              <a:t>Programming Language:</a:t>
            </a:r>
            <a:r>
              <a:rPr lang="en-IN" sz="2000" dirty="0">
                <a:solidFill>
                  <a:schemeClr val="bg2"/>
                </a:solidFill>
              </a:rPr>
              <a:t> Python</a:t>
            </a:r>
          </a:p>
          <a:p>
            <a:pPr marL="12700" marR="382905">
              <a:lnSpc>
                <a:spcPct val="121700"/>
              </a:lnSpc>
              <a:spcBef>
                <a:spcPts val="2245"/>
              </a:spcBef>
            </a:pPr>
            <a:r>
              <a:rPr lang="en-IN" sz="2000" b="1" dirty="0">
                <a:solidFill>
                  <a:schemeClr val="bg2"/>
                </a:solidFill>
              </a:rPr>
              <a:t>Framework:</a:t>
            </a:r>
            <a:r>
              <a:rPr lang="en-IN" sz="2000" dirty="0">
                <a:solidFill>
                  <a:schemeClr val="bg2"/>
                </a:solidFill>
              </a:rPr>
              <a:t> Django </a:t>
            </a:r>
          </a:p>
          <a:p>
            <a:pPr marL="12700" marR="382905">
              <a:lnSpc>
                <a:spcPct val="121700"/>
              </a:lnSpc>
              <a:spcBef>
                <a:spcPts val="2245"/>
              </a:spcBef>
            </a:pPr>
            <a:r>
              <a:rPr lang="en-IN" sz="2000" b="1" dirty="0">
                <a:solidFill>
                  <a:schemeClr val="bg2"/>
                </a:solidFill>
              </a:rPr>
              <a:t>Frontend:</a:t>
            </a:r>
            <a:r>
              <a:rPr lang="en-IN" sz="2000" dirty="0">
                <a:solidFill>
                  <a:schemeClr val="bg2"/>
                </a:solidFill>
              </a:rPr>
              <a:t> HTML, CSS</a:t>
            </a:r>
          </a:p>
          <a:p>
            <a:pPr marL="12700" marR="382905">
              <a:lnSpc>
                <a:spcPct val="121700"/>
              </a:lnSpc>
              <a:spcBef>
                <a:spcPts val="2245"/>
              </a:spcBef>
            </a:pPr>
            <a:r>
              <a:rPr lang="en-IN" sz="2000" dirty="0">
                <a:solidFill>
                  <a:schemeClr val="bg2"/>
                </a:solidFill>
              </a:rPr>
              <a:t> </a:t>
            </a:r>
            <a:r>
              <a:rPr lang="en-IN" sz="2000" b="1" dirty="0">
                <a:solidFill>
                  <a:schemeClr val="bg2"/>
                </a:solidFill>
              </a:rPr>
              <a:t>IDE:</a:t>
            </a:r>
            <a:r>
              <a:rPr lang="en-IN" sz="2000" dirty="0">
                <a:solidFill>
                  <a:schemeClr val="bg2"/>
                </a:solidFill>
              </a:rPr>
              <a:t> Visual Studio Code</a:t>
            </a:r>
          </a:p>
          <a:p>
            <a:pPr marL="12700" marR="382905">
              <a:lnSpc>
                <a:spcPct val="121700"/>
              </a:lnSpc>
              <a:spcBef>
                <a:spcPts val="2245"/>
              </a:spcBef>
            </a:pPr>
            <a:r>
              <a:rPr lang="en-IN" sz="2000" dirty="0">
                <a:solidFill>
                  <a:schemeClr val="bg2"/>
                </a:solidFill>
              </a:rPr>
              <a:t> </a:t>
            </a:r>
            <a:r>
              <a:rPr lang="en-IN" sz="2000" b="1" dirty="0">
                <a:solidFill>
                  <a:schemeClr val="bg2"/>
                </a:solidFill>
              </a:rPr>
              <a:t>Version Control:</a:t>
            </a:r>
            <a:r>
              <a:rPr lang="en-IN" sz="2000" dirty="0">
                <a:solidFill>
                  <a:schemeClr val="bg2"/>
                </a:solidFill>
              </a:rPr>
              <a:t> GitHub</a:t>
            </a:r>
            <a:endParaRPr sz="1900" dirty="0">
              <a:solidFill>
                <a:schemeClr val="bg2"/>
              </a:solidFill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3100" spc="135" dirty="0">
                <a:solidFill>
                  <a:srgbClr val="CB5DFF"/>
                </a:solidFill>
                <a:latin typeface="Lucida Sans Unicode"/>
                <a:cs typeface="Lucida Sans Unicode"/>
              </a:rPr>
              <a:t>System</a:t>
            </a:r>
            <a:r>
              <a:rPr sz="3100" spc="-160" dirty="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sz="3100" spc="45" dirty="0">
                <a:solidFill>
                  <a:srgbClr val="CB5DFF"/>
                </a:solidFill>
                <a:latin typeface="Lucida Sans Unicode"/>
                <a:cs typeface="Lucida Sans Unicode"/>
              </a:rPr>
              <a:t>Architecture</a:t>
            </a:r>
            <a:endParaRPr sz="31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21700"/>
              </a:lnSpc>
              <a:spcBef>
                <a:spcPts val="2240"/>
              </a:spcBef>
            </a:pPr>
            <a:r>
              <a:rPr lang="en-IN" sz="2000" dirty="0">
                <a:solidFill>
                  <a:schemeClr val="bg2"/>
                </a:solidFill>
              </a:rPr>
              <a:t>User enters a message. HTML page sends the request. Django URL routes the request. views.py processes the message</a:t>
            </a:r>
            <a:r>
              <a:rPr lang="en-IN" sz="2000" dirty="0"/>
              <a:t>.</a:t>
            </a:r>
            <a:endParaRPr sz="1900" dirty="0">
              <a:latin typeface="Lucida Sans Unicode"/>
              <a:cs typeface="Lucida Sans Unicode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860298" y="1144719"/>
            <a:ext cx="6644005" cy="2182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120"/>
              </a:spcBef>
            </a:pPr>
            <a:r>
              <a:rPr sz="7050" spc="380" dirty="0"/>
              <a:t>Technologies </a:t>
            </a:r>
            <a:r>
              <a:rPr sz="7050" spc="495" dirty="0">
                <a:solidFill>
                  <a:srgbClr val="CB5DFF"/>
                </a:solidFill>
              </a:rPr>
              <a:t>&amp;</a:t>
            </a:r>
            <a:r>
              <a:rPr sz="7050" spc="-440" dirty="0">
                <a:solidFill>
                  <a:srgbClr val="CB5DFF"/>
                </a:solidFill>
              </a:rPr>
              <a:t> </a:t>
            </a:r>
            <a:r>
              <a:rPr sz="7050" spc="225" dirty="0">
                <a:solidFill>
                  <a:srgbClr val="CB5DFF"/>
                </a:solidFill>
              </a:rPr>
              <a:t>Architecture</a:t>
            </a:r>
            <a:endParaRPr sz="7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6568268"/>
            <a:ext cx="537210" cy="537210"/>
          </a:xfrm>
          <a:custGeom>
            <a:avLst/>
            <a:gdLst/>
            <a:ahLst/>
            <a:cxnLst/>
            <a:rect l="l" t="t" r="r" b="b"/>
            <a:pathLst>
              <a:path w="537210" h="537209">
                <a:moveTo>
                  <a:pt x="268536" y="537073"/>
                </a:moveTo>
                <a:lnTo>
                  <a:pt x="220266" y="532746"/>
                </a:lnTo>
                <a:lnTo>
                  <a:pt x="174835" y="520272"/>
                </a:lnTo>
                <a:lnTo>
                  <a:pt x="133001" y="500410"/>
                </a:lnTo>
                <a:lnTo>
                  <a:pt x="95521" y="473916"/>
                </a:lnTo>
                <a:lnTo>
                  <a:pt x="63156" y="441551"/>
                </a:lnTo>
                <a:lnTo>
                  <a:pt x="36663" y="404072"/>
                </a:lnTo>
                <a:lnTo>
                  <a:pt x="16800" y="362237"/>
                </a:lnTo>
                <a:lnTo>
                  <a:pt x="4326" y="316806"/>
                </a:lnTo>
                <a:lnTo>
                  <a:pt x="0" y="268536"/>
                </a:lnTo>
                <a:lnTo>
                  <a:pt x="4326" y="220266"/>
                </a:lnTo>
                <a:lnTo>
                  <a:pt x="16800" y="174835"/>
                </a:lnTo>
                <a:lnTo>
                  <a:pt x="36663" y="133000"/>
                </a:lnTo>
                <a:lnTo>
                  <a:pt x="63156" y="95521"/>
                </a:lnTo>
                <a:lnTo>
                  <a:pt x="95521" y="63156"/>
                </a:lnTo>
                <a:lnTo>
                  <a:pt x="133001" y="36663"/>
                </a:lnTo>
                <a:lnTo>
                  <a:pt x="174835" y="16800"/>
                </a:lnTo>
                <a:lnTo>
                  <a:pt x="220266" y="4326"/>
                </a:lnTo>
                <a:lnTo>
                  <a:pt x="268536" y="0"/>
                </a:lnTo>
                <a:lnTo>
                  <a:pt x="316806" y="4326"/>
                </a:lnTo>
                <a:lnTo>
                  <a:pt x="362237" y="16800"/>
                </a:lnTo>
                <a:lnTo>
                  <a:pt x="404072" y="36663"/>
                </a:lnTo>
                <a:lnTo>
                  <a:pt x="441551" y="63156"/>
                </a:lnTo>
                <a:lnTo>
                  <a:pt x="473916" y="95521"/>
                </a:lnTo>
                <a:lnTo>
                  <a:pt x="500410" y="133000"/>
                </a:lnTo>
                <a:lnTo>
                  <a:pt x="520273" y="174835"/>
                </a:lnTo>
                <a:lnTo>
                  <a:pt x="532746" y="220266"/>
                </a:lnTo>
                <a:lnTo>
                  <a:pt x="537073" y="268536"/>
                </a:lnTo>
                <a:lnTo>
                  <a:pt x="532746" y="316806"/>
                </a:lnTo>
                <a:lnTo>
                  <a:pt x="520273" y="362237"/>
                </a:lnTo>
                <a:lnTo>
                  <a:pt x="500410" y="404072"/>
                </a:lnTo>
                <a:lnTo>
                  <a:pt x="473916" y="441551"/>
                </a:lnTo>
                <a:lnTo>
                  <a:pt x="441551" y="473916"/>
                </a:lnTo>
                <a:lnTo>
                  <a:pt x="404072" y="500410"/>
                </a:lnTo>
                <a:lnTo>
                  <a:pt x="362237" y="520272"/>
                </a:lnTo>
                <a:lnTo>
                  <a:pt x="316806" y="532746"/>
                </a:lnTo>
                <a:lnTo>
                  <a:pt x="268536" y="537073"/>
                </a:lnTo>
                <a:close/>
              </a:path>
            </a:pathLst>
          </a:custGeom>
          <a:solidFill>
            <a:srgbClr val="CB5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634438" y="670002"/>
            <a:ext cx="537210" cy="537210"/>
          </a:xfrm>
          <a:custGeom>
            <a:avLst/>
            <a:gdLst/>
            <a:ahLst/>
            <a:cxnLst/>
            <a:rect l="l" t="t" r="r" b="b"/>
            <a:pathLst>
              <a:path w="537210" h="537210">
                <a:moveTo>
                  <a:pt x="268536" y="537073"/>
                </a:moveTo>
                <a:lnTo>
                  <a:pt x="220266" y="532746"/>
                </a:lnTo>
                <a:lnTo>
                  <a:pt x="174835" y="520272"/>
                </a:lnTo>
                <a:lnTo>
                  <a:pt x="133000" y="500410"/>
                </a:lnTo>
                <a:lnTo>
                  <a:pt x="95521" y="473916"/>
                </a:lnTo>
                <a:lnTo>
                  <a:pt x="63156" y="441551"/>
                </a:lnTo>
                <a:lnTo>
                  <a:pt x="36663" y="404072"/>
                </a:lnTo>
                <a:lnTo>
                  <a:pt x="16800" y="362237"/>
                </a:lnTo>
                <a:lnTo>
                  <a:pt x="4326" y="316806"/>
                </a:lnTo>
                <a:lnTo>
                  <a:pt x="0" y="268536"/>
                </a:lnTo>
                <a:lnTo>
                  <a:pt x="4326" y="220266"/>
                </a:lnTo>
                <a:lnTo>
                  <a:pt x="16800" y="174835"/>
                </a:lnTo>
                <a:lnTo>
                  <a:pt x="36663" y="133001"/>
                </a:lnTo>
                <a:lnTo>
                  <a:pt x="63156" y="95521"/>
                </a:lnTo>
                <a:lnTo>
                  <a:pt x="95521" y="63156"/>
                </a:lnTo>
                <a:lnTo>
                  <a:pt x="133000" y="36663"/>
                </a:lnTo>
                <a:lnTo>
                  <a:pt x="174835" y="16800"/>
                </a:lnTo>
                <a:lnTo>
                  <a:pt x="220266" y="4326"/>
                </a:lnTo>
                <a:lnTo>
                  <a:pt x="268536" y="0"/>
                </a:lnTo>
                <a:lnTo>
                  <a:pt x="316806" y="4326"/>
                </a:lnTo>
                <a:lnTo>
                  <a:pt x="362237" y="16800"/>
                </a:lnTo>
                <a:lnTo>
                  <a:pt x="404072" y="36663"/>
                </a:lnTo>
                <a:lnTo>
                  <a:pt x="441551" y="63156"/>
                </a:lnTo>
                <a:lnTo>
                  <a:pt x="473916" y="95521"/>
                </a:lnTo>
                <a:lnTo>
                  <a:pt x="500410" y="133001"/>
                </a:lnTo>
                <a:lnTo>
                  <a:pt x="520273" y="174835"/>
                </a:lnTo>
                <a:lnTo>
                  <a:pt x="532746" y="220266"/>
                </a:lnTo>
                <a:lnTo>
                  <a:pt x="537073" y="268536"/>
                </a:lnTo>
                <a:lnTo>
                  <a:pt x="532746" y="316806"/>
                </a:lnTo>
                <a:lnTo>
                  <a:pt x="520273" y="362237"/>
                </a:lnTo>
                <a:lnTo>
                  <a:pt x="500410" y="404072"/>
                </a:lnTo>
                <a:lnTo>
                  <a:pt x="473916" y="441551"/>
                </a:lnTo>
                <a:lnTo>
                  <a:pt x="441551" y="473916"/>
                </a:lnTo>
                <a:lnTo>
                  <a:pt x="404072" y="500410"/>
                </a:lnTo>
                <a:lnTo>
                  <a:pt x="362237" y="520272"/>
                </a:lnTo>
                <a:lnTo>
                  <a:pt x="316806" y="532746"/>
                </a:lnTo>
                <a:lnTo>
                  <a:pt x="268536" y="537073"/>
                </a:lnTo>
                <a:close/>
              </a:path>
            </a:pathLst>
          </a:custGeom>
          <a:solidFill>
            <a:srgbClr val="CB5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99631" y="1708712"/>
            <a:ext cx="6965950" cy="6050280"/>
            <a:chOff x="799631" y="1708712"/>
            <a:chExt cx="6965950" cy="6050280"/>
          </a:xfrm>
        </p:grpSpPr>
        <p:sp>
          <p:nvSpPr>
            <p:cNvPr id="5" name="object 5"/>
            <p:cNvSpPr/>
            <p:nvPr/>
          </p:nvSpPr>
          <p:spPr>
            <a:xfrm>
              <a:off x="1205120" y="1708712"/>
              <a:ext cx="6560820" cy="5918200"/>
            </a:xfrm>
            <a:custGeom>
              <a:avLst/>
              <a:gdLst/>
              <a:ahLst/>
              <a:cxnLst/>
              <a:rect l="l" t="t" r="r" b="b"/>
              <a:pathLst>
                <a:path w="6560820" h="5918200">
                  <a:moveTo>
                    <a:pt x="1896920" y="12699"/>
                  </a:moveTo>
                  <a:lnTo>
                    <a:pt x="1418528" y="12699"/>
                  </a:lnTo>
                  <a:lnTo>
                    <a:pt x="1456904" y="0"/>
                  </a:lnTo>
                  <a:lnTo>
                    <a:pt x="1861765" y="0"/>
                  </a:lnTo>
                  <a:lnTo>
                    <a:pt x="1896920" y="12699"/>
                  </a:lnTo>
                  <a:close/>
                </a:path>
                <a:path w="6560820" h="5918200">
                  <a:moveTo>
                    <a:pt x="4526735" y="5892799"/>
                  </a:moveTo>
                  <a:lnTo>
                    <a:pt x="3693124" y="5892799"/>
                  </a:lnTo>
                  <a:lnTo>
                    <a:pt x="3651053" y="5880099"/>
                  </a:lnTo>
                  <a:lnTo>
                    <a:pt x="3608989" y="5880099"/>
                  </a:lnTo>
                  <a:lnTo>
                    <a:pt x="3440924" y="5829299"/>
                  </a:lnTo>
                  <a:lnTo>
                    <a:pt x="3398985" y="5829299"/>
                  </a:lnTo>
                  <a:lnTo>
                    <a:pt x="3357090" y="5816599"/>
                  </a:lnTo>
                  <a:lnTo>
                    <a:pt x="3315244" y="5791199"/>
                  </a:lnTo>
                  <a:lnTo>
                    <a:pt x="3148472" y="5740399"/>
                  </a:lnTo>
                  <a:lnTo>
                    <a:pt x="3106962" y="5714999"/>
                  </a:lnTo>
                  <a:lnTo>
                    <a:pt x="3024205" y="5689599"/>
                  </a:lnTo>
                  <a:lnTo>
                    <a:pt x="2982969" y="5664199"/>
                  </a:lnTo>
                  <a:lnTo>
                    <a:pt x="2941837" y="5651499"/>
                  </a:lnTo>
                  <a:lnTo>
                    <a:pt x="2859907" y="5600699"/>
                  </a:lnTo>
                  <a:lnTo>
                    <a:pt x="2819122" y="5587999"/>
                  </a:lnTo>
                  <a:lnTo>
                    <a:pt x="2537530" y="5410199"/>
                  </a:lnTo>
                  <a:lnTo>
                    <a:pt x="2380222" y="5308599"/>
                  </a:lnTo>
                  <a:lnTo>
                    <a:pt x="2341365" y="5270499"/>
                  </a:lnTo>
                  <a:lnTo>
                    <a:pt x="2302707" y="5245099"/>
                  </a:lnTo>
                  <a:lnTo>
                    <a:pt x="2264255" y="5206999"/>
                  </a:lnTo>
                  <a:lnTo>
                    <a:pt x="2226015" y="5181599"/>
                  </a:lnTo>
                  <a:lnTo>
                    <a:pt x="2187993" y="5143499"/>
                  </a:lnTo>
                  <a:lnTo>
                    <a:pt x="2150195" y="5118099"/>
                  </a:lnTo>
                  <a:lnTo>
                    <a:pt x="2038205" y="5003799"/>
                  </a:lnTo>
                  <a:lnTo>
                    <a:pt x="1969295" y="4940299"/>
                  </a:lnTo>
                  <a:lnTo>
                    <a:pt x="1934767" y="4914899"/>
                  </a:lnTo>
                  <a:lnTo>
                    <a:pt x="1865620" y="4838699"/>
                  </a:lnTo>
                  <a:lnTo>
                    <a:pt x="1831023" y="4813299"/>
                  </a:lnTo>
                  <a:lnTo>
                    <a:pt x="1761836" y="4737099"/>
                  </a:lnTo>
                  <a:lnTo>
                    <a:pt x="1727269" y="4711699"/>
                  </a:lnTo>
                  <a:lnTo>
                    <a:pt x="1658242" y="4635499"/>
                  </a:lnTo>
                  <a:lnTo>
                    <a:pt x="1623803" y="4610099"/>
                  </a:lnTo>
                  <a:lnTo>
                    <a:pt x="1555133" y="4533899"/>
                  </a:lnTo>
                  <a:lnTo>
                    <a:pt x="1520923" y="4508499"/>
                  </a:lnTo>
                  <a:lnTo>
                    <a:pt x="1418926" y="4394199"/>
                  </a:lnTo>
                  <a:lnTo>
                    <a:pt x="1385175" y="4368799"/>
                  </a:lnTo>
                  <a:lnTo>
                    <a:pt x="1284817" y="4254499"/>
                  </a:lnTo>
                  <a:lnTo>
                    <a:pt x="1251700" y="4229099"/>
                  </a:lnTo>
                  <a:lnTo>
                    <a:pt x="1186035" y="4152899"/>
                  </a:lnTo>
                  <a:lnTo>
                    <a:pt x="1153510" y="4114799"/>
                  </a:lnTo>
                  <a:lnTo>
                    <a:pt x="1121204" y="4089399"/>
                  </a:lnTo>
                  <a:lnTo>
                    <a:pt x="1057293" y="4013199"/>
                  </a:lnTo>
                  <a:lnTo>
                    <a:pt x="1025710" y="3975099"/>
                  </a:lnTo>
                  <a:lnTo>
                    <a:pt x="994390" y="3949699"/>
                  </a:lnTo>
                  <a:lnTo>
                    <a:pt x="963345" y="3911599"/>
                  </a:lnTo>
                  <a:lnTo>
                    <a:pt x="932585" y="3873499"/>
                  </a:lnTo>
                  <a:lnTo>
                    <a:pt x="902122" y="3835399"/>
                  </a:lnTo>
                  <a:lnTo>
                    <a:pt x="871965" y="3797299"/>
                  </a:lnTo>
                  <a:lnTo>
                    <a:pt x="842127" y="3759199"/>
                  </a:lnTo>
                  <a:lnTo>
                    <a:pt x="812618" y="3733799"/>
                  </a:lnTo>
                  <a:lnTo>
                    <a:pt x="783450" y="3695699"/>
                  </a:lnTo>
                  <a:lnTo>
                    <a:pt x="754632" y="3657599"/>
                  </a:lnTo>
                  <a:lnTo>
                    <a:pt x="726177" y="3619499"/>
                  </a:lnTo>
                  <a:lnTo>
                    <a:pt x="698096" y="3581399"/>
                  </a:lnTo>
                  <a:lnTo>
                    <a:pt x="670399" y="3543299"/>
                  </a:lnTo>
                  <a:lnTo>
                    <a:pt x="643097" y="3517899"/>
                  </a:lnTo>
                  <a:lnTo>
                    <a:pt x="616201" y="3479799"/>
                  </a:lnTo>
                  <a:lnTo>
                    <a:pt x="589723" y="3441699"/>
                  </a:lnTo>
                  <a:lnTo>
                    <a:pt x="563673" y="3403599"/>
                  </a:lnTo>
                  <a:lnTo>
                    <a:pt x="538063" y="3365499"/>
                  </a:lnTo>
                  <a:lnTo>
                    <a:pt x="512903" y="3327399"/>
                  </a:lnTo>
                  <a:lnTo>
                    <a:pt x="488204" y="3289299"/>
                  </a:lnTo>
                  <a:lnTo>
                    <a:pt x="463978" y="3251199"/>
                  </a:lnTo>
                  <a:lnTo>
                    <a:pt x="440235" y="3213099"/>
                  </a:lnTo>
                  <a:lnTo>
                    <a:pt x="416987" y="3187699"/>
                  </a:lnTo>
                  <a:lnTo>
                    <a:pt x="394244" y="3149599"/>
                  </a:lnTo>
                  <a:lnTo>
                    <a:pt x="372018" y="3111499"/>
                  </a:lnTo>
                  <a:lnTo>
                    <a:pt x="350319" y="3073399"/>
                  </a:lnTo>
                  <a:lnTo>
                    <a:pt x="329158" y="3035299"/>
                  </a:lnTo>
                  <a:lnTo>
                    <a:pt x="308547" y="2997199"/>
                  </a:lnTo>
                  <a:lnTo>
                    <a:pt x="288497" y="2959099"/>
                  </a:lnTo>
                  <a:lnTo>
                    <a:pt x="269018" y="2920999"/>
                  </a:lnTo>
                  <a:lnTo>
                    <a:pt x="250121" y="2882899"/>
                  </a:lnTo>
                  <a:lnTo>
                    <a:pt x="231818" y="2844799"/>
                  </a:lnTo>
                  <a:lnTo>
                    <a:pt x="214120" y="2806699"/>
                  </a:lnTo>
                  <a:lnTo>
                    <a:pt x="197037" y="2768599"/>
                  </a:lnTo>
                  <a:lnTo>
                    <a:pt x="180581" y="2730499"/>
                  </a:lnTo>
                  <a:lnTo>
                    <a:pt x="164762" y="2692399"/>
                  </a:lnTo>
                  <a:lnTo>
                    <a:pt x="149592" y="2654299"/>
                  </a:lnTo>
                  <a:lnTo>
                    <a:pt x="135081" y="2616199"/>
                  </a:lnTo>
                  <a:lnTo>
                    <a:pt x="121241" y="2578099"/>
                  </a:lnTo>
                  <a:lnTo>
                    <a:pt x="108083" y="2539999"/>
                  </a:lnTo>
                  <a:lnTo>
                    <a:pt x="95617" y="2501899"/>
                  </a:lnTo>
                  <a:lnTo>
                    <a:pt x="83855" y="2463799"/>
                  </a:lnTo>
                  <a:lnTo>
                    <a:pt x="72807" y="2425699"/>
                  </a:lnTo>
                  <a:lnTo>
                    <a:pt x="62485" y="2387599"/>
                  </a:lnTo>
                  <a:lnTo>
                    <a:pt x="52900" y="2349499"/>
                  </a:lnTo>
                  <a:lnTo>
                    <a:pt x="44063" y="2311399"/>
                  </a:lnTo>
                  <a:lnTo>
                    <a:pt x="35984" y="2273299"/>
                  </a:lnTo>
                  <a:lnTo>
                    <a:pt x="28674" y="2235199"/>
                  </a:lnTo>
                  <a:lnTo>
                    <a:pt x="22146" y="2197099"/>
                  </a:lnTo>
                  <a:lnTo>
                    <a:pt x="16409" y="2158999"/>
                  </a:lnTo>
                  <a:lnTo>
                    <a:pt x="11475" y="2120899"/>
                  </a:lnTo>
                  <a:lnTo>
                    <a:pt x="7355" y="2082799"/>
                  </a:lnTo>
                  <a:lnTo>
                    <a:pt x="4059" y="2044699"/>
                  </a:lnTo>
                  <a:lnTo>
                    <a:pt x="1599" y="2006599"/>
                  </a:lnTo>
                  <a:lnTo>
                    <a:pt x="0" y="1968499"/>
                  </a:lnTo>
                  <a:lnTo>
                    <a:pt x="0" y="1879599"/>
                  </a:lnTo>
                  <a:lnTo>
                    <a:pt x="2221" y="1816099"/>
                  </a:lnTo>
                  <a:lnTo>
                    <a:pt x="8706" y="1727199"/>
                  </a:lnTo>
                  <a:lnTo>
                    <a:pt x="13328" y="1689099"/>
                  </a:lnTo>
                  <a:lnTo>
                    <a:pt x="18885" y="1650999"/>
                  </a:lnTo>
                  <a:lnTo>
                    <a:pt x="25388" y="1612899"/>
                  </a:lnTo>
                  <a:lnTo>
                    <a:pt x="32848" y="1574799"/>
                  </a:lnTo>
                  <a:lnTo>
                    <a:pt x="41276" y="1536699"/>
                  </a:lnTo>
                  <a:lnTo>
                    <a:pt x="50683" y="1498599"/>
                  </a:lnTo>
                  <a:lnTo>
                    <a:pt x="61079" y="1460499"/>
                  </a:lnTo>
                  <a:lnTo>
                    <a:pt x="72477" y="1422399"/>
                  </a:lnTo>
                  <a:lnTo>
                    <a:pt x="84886" y="1384299"/>
                  </a:lnTo>
                  <a:lnTo>
                    <a:pt x="98319" y="1333499"/>
                  </a:lnTo>
                  <a:lnTo>
                    <a:pt x="112785" y="1295399"/>
                  </a:lnTo>
                  <a:lnTo>
                    <a:pt x="128296" y="1257299"/>
                  </a:lnTo>
                  <a:lnTo>
                    <a:pt x="144863" y="1219199"/>
                  </a:lnTo>
                  <a:lnTo>
                    <a:pt x="162497" y="1181099"/>
                  </a:lnTo>
                  <a:lnTo>
                    <a:pt x="181209" y="1142999"/>
                  </a:lnTo>
                  <a:lnTo>
                    <a:pt x="201010" y="1104899"/>
                  </a:lnTo>
                  <a:lnTo>
                    <a:pt x="221911" y="1054099"/>
                  </a:lnTo>
                  <a:lnTo>
                    <a:pt x="243923" y="1015999"/>
                  </a:lnTo>
                  <a:lnTo>
                    <a:pt x="267057" y="977899"/>
                  </a:lnTo>
                  <a:lnTo>
                    <a:pt x="291323" y="939799"/>
                  </a:lnTo>
                  <a:lnTo>
                    <a:pt x="316734" y="901699"/>
                  </a:lnTo>
                  <a:lnTo>
                    <a:pt x="343300" y="863599"/>
                  </a:lnTo>
                  <a:lnTo>
                    <a:pt x="371032" y="825499"/>
                  </a:lnTo>
                  <a:lnTo>
                    <a:pt x="399941" y="774699"/>
                  </a:lnTo>
                  <a:lnTo>
                    <a:pt x="430039" y="736599"/>
                  </a:lnTo>
                  <a:lnTo>
                    <a:pt x="602924" y="533399"/>
                  </a:lnTo>
                  <a:lnTo>
                    <a:pt x="645685" y="482599"/>
                  </a:lnTo>
                  <a:lnTo>
                    <a:pt x="688256" y="444499"/>
                  </a:lnTo>
                  <a:lnTo>
                    <a:pt x="730634" y="393699"/>
                  </a:lnTo>
                  <a:lnTo>
                    <a:pt x="814798" y="317499"/>
                  </a:lnTo>
                  <a:lnTo>
                    <a:pt x="856578" y="292099"/>
                  </a:lnTo>
                  <a:lnTo>
                    <a:pt x="898153" y="253999"/>
                  </a:lnTo>
                  <a:lnTo>
                    <a:pt x="1102836" y="126999"/>
                  </a:lnTo>
                  <a:lnTo>
                    <a:pt x="1143114" y="101599"/>
                  </a:lnTo>
                  <a:lnTo>
                    <a:pt x="1183164" y="88899"/>
                  </a:lnTo>
                  <a:lnTo>
                    <a:pt x="1222984" y="63499"/>
                  </a:lnTo>
                  <a:lnTo>
                    <a:pt x="1379904" y="12699"/>
                  </a:lnTo>
                  <a:lnTo>
                    <a:pt x="1931788" y="12699"/>
                  </a:lnTo>
                  <a:lnTo>
                    <a:pt x="2034628" y="50799"/>
                  </a:lnTo>
                  <a:lnTo>
                    <a:pt x="2068312" y="50799"/>
                  </a:lnTo>
                  <a:lnTo>
                    <a:pt x="2134764" y="76199"/>
                  </a:lnTo>
                  <a:lnTo>
                    <a:pt x="2295420" y="139699"/>
                  </a:lnTo>
                  <a:lnTo>
                    <a:pt x="2326588" y="165099"/>
                  </a:lnTo>
                  <a:lnTo>
                    <a:pt x="2357428" y="177799"/>
                  </a:lnTo>
                  <a:lnTo>
                    <a:pt x="2477444" y="228599"/>
                  </a:lnTo>
                  <a:lnTo>
                    <a:pt x="2506597" y="253999"/>
                  </a:lnTo>
                  <a:lnTo>
                    <a:pt x="2563860" y="279399"/>
                  </a:lnTo>
                  <a:lnTo>
                    <a:pt x="2647101" y="330199"/>
                  </a:lnTo>
                  <a:lnTo>
                    <a:pt x="2727085" y="368299"/>
                  </a:lnTo>
                  <a:lnTo>
                    <a:pt x="2778557" y="393699"/>
                  </a:lnTo>
                  <a:lnTo>
                    <a:pt x="2828519" y="419099"/>
                  </a:lnTo>
                  <a:lnTo>
                    <a:pt x="2876948" y="444499"/>
                  </a:lnTo>
                  <a:lnTo>
                    <a:pt x="2900580" y="444499"/>
                  </a:lnTo>
                  <a:lnTo>
                    <a:pt x="2946662" y="469899"/>
                  </a:lnTo>
                  <a:lnTo>
                    <a:pt x="2969107" y="469899"/>
                  </a:lnTo>
                  <a:lnTo>
                    <a:pt x="2991150" y="482599"/>
                  </a:lnTo>
                  <a:lnTo>
                    <a:pt x="3012788" y="482599"/>
                  </a:lnTo>
                  <a:lnTo>
                    <a:pt x="3034018" y="495299"/>
                  </a:lnTo>
                  <a:lnTo>
                    <a:pt x="5641224" y="495299"/>
                  </a:lnTo>
                  <a:lnTo>
                    <a:pt x="5655782" y="507999"/>
                  </a:lnTo>
                  <a:lnTo>
                    <a:pt x="5684466" y="533399"/>
                  </a:lnTo>
                  <a:lnTo>
                    <a:pt x="5712719" y="558799"/>
                  </a:lnTo>
                  <a:lnTo>
                    <a:pt x="5740538" y="571499"/>
                  </a:lnTo>
                  <a:lnTo>
                    <a:pt x="5767922" y="596899"/>
                  </a:lnTo>
                  <a:lnTo>
                    <a:pt x="5794869" y="622299"/>
                  </a:lnTo>
                  <a:lnTo>
                    <a:pt x="5821378" y="660399"/>
                  </a:lnTo>
                  <a:lnTo>
                    <a:pt x="5847447" y="685799"/>
                  </a:lnTo>
                  <a:lnTo>
                    <a:pt x="5873076" y="711199"/>
                  </a:lnTo>
                  <a:lnTo>
                    <a:pt x="5898261" y="736599"/>
                  </a:lnTo>
                  <a:lnTo>
                    <a:pt x="5923003" y="774699"/>
                  </a:lnTo>
                  <a:lnTo>
                    <a:pt x="5947298" y="800099"/>
                  </a:lnTo>
                  <a:lnTo>
                    <a:pt x="5971147" y="838199"/>
                  </a:lnTo>
                  <a:lnTo>
                    <a:pt x="5994547" y="876299"/>
                  </a:lnTo>
                  <a:lnTo>
                    <a:pt x="6017496" y="901699"/>
                  </a:lnTo>
                  <a:lnTo>
                    <a:pt x="6039994" y="939799"/>
                  </a:lnTo>
                  <a:lnTo>
                    <a:pt x="6062039" y="977899"/>
                  </a:lnTo>
                  <a:lnTo>
                    <a:pt x="6083629" y="1015999"/>
                  </a:lnTo>
                  <a:lnTo>
                    <a:pt x="6104762" y="1054099"/>
                  </a:lnTo>
                  <a:lnTo>
                    <a:pt x="6125438" y="1092199"/>
                  </a:lnTo>
                  <a:lnTo>
                    <a:pt x="6145654" y="1130299"/>
                  </a:lnTo>
                  <a:lnTo>
                    <a:pt x="6165410" y="1181099"/>
                  </a:lnTo>
                  <a:lnTo>
                    <a:pt x="6184704" y="1219199"/>
                  </a:lnTo>
                  <a:lnTo>
                    <a:pt x="6203533" y="1257299"/>
                  </a:lnTo>
                  <a:lnTo>
                    <a:pt x="6221897" y="1295399"/>
                  </a:lnTo>
                  <a:lnTo>
                    <a:pt x="6239795" y="1346199"/>
                  </a:lnTo>
                  <a:lnTo>
                    <a:pt x="6257224" y="1384299"/>
                  </a:lnTo>
                  <a:lnTo>
                    <a:pt x="6274183" y="1435099"/>
                  </a:lnTo>
                  <a:lnTo>
                    <a:pt x="6290671" y="1473199"/>
                  </a:lnTo>
                  <a:lnTo>
                    <a:pt x="6306685" y="1523999"/>
                  </a:lnTo>
                  <a:lnTo>
                    <a:pt x="6322226" y="1574799"/>
                  </a:lnTo>
                  <a:lnTo>
                    <a:pt x="6337290" y="1612899"/>
                  </a:lnTo>
                  <a:lnTo>
                    <a:pt x="6351878" y="1663699"/>
                  </a:lnTo>
                  <a:lnTo>
                    <a:pt x="6365986" y="1714499"/>
                  </a:lnTo>
                  <a:lnTo>
                    <a:pt x="6379614" y="1765299"/>
                  </a:lnTo>
                  <a:lnTo>
                    <a:pt x="6392759" y="1803399"/>
                  </a:lnTo>
                  <a:lnTo>
                    <a:pt x="6405422" y="1854199"/>
                  </a:lnTo>
                  <a:lnTo>
                    <a:pt x="6417599" y="1904999"/>
                  </a:lnTo>
                  <a:lnTo>
                    <a:pt x="6429290" y="1955799"/>
                  </a:lnTo>
                  <a:lnTo>
                    <a:pt x="6440493" y="2006599"/>
                  </a:lnTo>
                  <a:lnTo>
                    <a:pt x="6451206" y="2057399"/>
                  </a:lnTo>
                  <a:lnTo>
                    <a:pt x="6461428" y="2108199"/>
                  </a:lnTo>
                  <a:lnTo>
                    <a:pt x="6471158" y="2158999"/>
                  </a:lnTo>
                  <a:lnTo>
                    <a:pt x="6480394" y="2209799"/>
                  </a:lnTo>
                  <a:lnTo>
                    <a:pt x="6489134" y="2260599"/>
                  </a:lnTo>
                  <a:lnTo>
                    <a:pt x="6497377" y="2311399"/>
                  </a:lnTo>
                  <a:lnTo>
                    <a:pt x="6505121" y="2362199"/>
                  </a:lnTo>
                  <a:lnTo>
                    <a:pt x="6512366" y="2412999"/>
                  </a:lnTo>
                  <a:lnTo>
                    <a:pt x="6519109" y="2463799"/>
                  </a:lnTo>
                  <a:lnTo>
                    <a:pt x="6525348" y="2514599"/>
                  </a:lnTo>
                  <a:lnTo>
                    <a:pt x="6531083" y="2565399"/>
                  </a:lnTo>
                  <a:lnTo>
                    <a:pt x="6536312" y="2628899"/>
                  </a:lnTo>
                  <a:lnTo>
                    <a:pt x="6541033" y="2679699"/>
                  </a:lnTo>
                  <a:lnTo>
                    <a:pt x="6545246" y="2730499"/>
                  </a:lnTo>
                  <a:lnTo>
                    <a:pt x="6548947" y="2781299"/>
                  </a:lnTo>
                  <a:lnTo>
                    <a:pt x="6552136" y="2832099"/>
                  </a:lnTo>
                  <a:lnTo>
                    <a:pt x="6554812" y="2882899"/>
                  </a:lnTo>
                  <a:lnTo>
                    <a:pt x="6556972" y="2933699"/>
                  </a:lnTo>
                  <a:lnTo>
                    <a:pt x="6558616" y="2984499"/>
                  </a:lnTo>
                  <a:lnTo>
                    <a:pt x="6559741" y="3035299"/>
                  </a:lnTo>
                  <a:lnTo>
                    <a:pt x="6560347" y="3098799"/>
                  </a:lnTo>
                  <a:lnTo>
                    <a:pt x="6560431" y="3149599"/>
                  </a:lnTo>
                  <a:lnTo>
                    <a:pt x="6560102" y="3187699"/>
                  </a:lnTo>
                  <a:lnTo>
                    <a:pt x="6559993" y="3200399"/>
                  </a:lnTo>
                  <a:lnTo>
                    <a:pt x="6559030" y="3251199"/>
                  </a:lnTo>
                  <a:lnTo>
                    <a:pt x="6557542" y="3301999"/>
                  </a:lnTo>
                  <a:lnTo>
                    <a:pt x="6555526" y="3352799"/>
                  </a:lnTo>
                  <a:lnTo>
                    <a:pt x="6552982" y="3403599"/>
                  </a:lnTo>
                  <a:lnTo>
                    <a:pt x="6549907" y="3454399"/>
                  </a:lnTo>
                  <a:lnTo>
                    <a:pt x="6546300" y="3505199"/>
                  </a:lnTo>
                  <a:lnTo>
                    <a:pt x="6542160" y="3555999"/>
                  </a:lnTo>
                  <a:lnTo>
                    <a:pt x="6537485" y="3606799"/>
                  </a:lnTo>
                  <a:lnTo>
                    <a:pt x="6532274" y="3644899"/>
                  </a:lnTo>
                  <a:lnTo>
                    <a:pt x="6526525" y="3695699"/>
                  </a:lnTo>
                  <a:lnTo>
                    <a:pt x="6520236" y="3746499"/>
                  </a:lnTo>
                  <a:lnTo>
                    <a:pt x="6513407" y="3797299"/>
                  </a:lnTo>
                  <a:lnTo>
                    <a:pt x="6506035" y="3835399"/>
                  </a:lnTo>
                  <a:lnTo>
                    <a:pt x="6498120" y="3886199"/>
                  </a:lnTo>
                  <a:lnTo>
                    <a:pt x="6489658" y="3936999"/>
                  </a:lnTo>
                  <a:lnTo>
                    <a:pt x="6480650" y="3975099"/>
                  </a:lnTo>
                  <a:lnTo>
                    <a:pt x="6471094" y="4025899"/>
                  </a:lnTo>
                  <a:lnTo>
                    <a:pt x="6460987" y="4063999"/>
                  </a:lnTo>
                  <a:lnTo>
                    <a:pt x="6450329" y="4114799"/>
                  </a:lnTo>
                  <a:lnTo>
                    <a:pt x="6439119" y="4152899"/>
                  </a:lnTo>
                  <a:lnTo>
                    <a:pt x="6427353" y="4203699"/>
                  </a:lnTo>
                  <a:lnTo>
                    <a:pt x="6415032" y="4241799"/>
                  </a:lnTo>
                  <a:lnTo>
                    <a:pt x="6402153" y="4279899"/>
                  </a:lnTo>
                  <a:lnTo>
                    <a:pt x="6388715" y="4330699"/>
                  </a:lnTo>
                  <a:lnTo>
                    <a:pt x="6374716" y="4368799"/>
                  </a:lnTo>
                  <a:lnTo>
                    <a:pt x="6360156" y="4406899"/>
                  </a:lnTo>
                  <a:lnTo>
                    <a:pt x="6345031" y="4444999"/>
                  </a:lnTo>
                  <a:lnTo>
                    <a:pt x="6329342" y="4483099"/>
                  </a:lnTo>
                  <a:lnTo>
                    <a:pt x="6313086" y="4521199"/>
                  </a:lnTo>
                  <a:lnTo>
                    <a:pt x="6296262" y="4546599"/>
                  </a:lnTo>
                  <a:lnTo>
                    <a:pt x="6278869" y="4584699"/>
                  </a:lnTo>
                  <a:lnTo>
                    <a:pt x="6260904" y="4622799"/>
                  </a:lnTo>
                  <a:lnTo>
                    <a:pt x="6242367" y="4660899"/>
                  </a:lnTo>
                  <a:lnTo>
                    <a:pt x="6223256" y="4686299"/>
                  </a:lnTo>
                  <a:lnTo>
                    <a:pt x="6203569" y="4724399"/>
                  </a:lnTo>
                  <a:lnTo>
                    <a:pt x="6183304" y="4749799"/>
                  </a:lnTo>
                  <a:lnTo>
                    <a:pt x="6154094" y="4787899"/>
                  </a:lnTo>
                  <a:lnTo>
                    <a:pt x="6124494" y="4838699"/>
                  </a:lnTo>
                  <a:lnTo>
                    <a:pt x="6094508" y="4876799"/>
                  </a:lnTo>
                  <a:lnTo>
                    <a:pt x="6064144" y="4914899"/>
                  </a:lnTo>
                  <a:lnTo>
                    <a:pt x="6033408" y="4952999"/>
                  </a:lnTo>
                  <a:lnTo>
                    <a:pt x="6002304" y="4991099"/>
                  </a:lnTo>
                  <a:lnTo>
                    <a:pt x="5970841" y="5029199"/>
                  </a:lnTo>
                  <a:lnTo>
                    <a:pt x="5939022" y="5067299"/>
                  </a:lnTo>
                  <a:lnTo>
                    <a:pt x="5906855" y="5092699"/>
                  </a:lnTo>
                  <a:lnTo>
                    <a:pt x="5874346" y="5130799"/>
                  </a:lnTo>
                  <a:lnTo>
                    <a:pt x="5841500" y="5168899"/>
                  </a:lnTo>
                  <a:lnTo>
                    <a:pt x="5808324" y="5206999"/>
                  </a:lnTo>
                  <a:lnTo>
                    <a:pt x="5774823" y="5232399"/>
                  </a:lnTo>
                  <a:lnTo>
                    <a:pt x="5741004" y="5270499"/>
                  </a:lnTo>
                  <a:lnTo>
                    <a:pt x="5672434" y="5321299"/>
                  </a:lnTo>
                  <a:lnTo>
                    <a:pt x="5637696" y="5359399"/>
                  </a:lnTo>
                  <a:lnTo>
                    <a:pt x="5531740" y="5435599"/>
                  </a:lnTo>
                  <a:lnTo>
                    <a:pt x="5495860" y="5473699"/>
                  </a:lnTo>
                  <a:lnTo>
                    <a:pt x="5423297" y="5524499"/>
                  </a:lnTo>
                  <a:lnTo>
                    <a:pt x="5386625" y="5537199"/>
                  </a:lnTo>
                  <a:lnTo>
                    <a:pt x="5275122" y="5613399"/>
                  </a:lnTo>
                  <a:lnTo>
                    <a:pt x="5237478" y="5626099"/>
                  </a:lnTo>
                  <a:lnTo>
                    <a:pt x="5161512" y="5676899"/>
                  </a:lnTo>
                  <a:lnTo>
                    <a:pt x="5123202" y="5689599"/>
                  </a:lnTo>
                  <a:lnTo>
                    <a:pt x="5084682" y="5714999"/>
                  </a:lnTo>
                  <a:lnTo>
                    <a:pt x="5007036" y="5740399"/>
                  </a:lnTo>
                  <a:lnTo>
                    <a:pt x="4967923" y="5765799"/>
                  </a:lnTo>
                  <a:lnTo>
                    <a:pt x="4689262" y="5854699"/>
                  </a:lnTo>
                  <a:lnTo>
                    <a:pt x="4648831" y="5854699"/>
                  </a:lnTo>
                  <a:lnTo>
                    <a:pt x="4526735" y="5892799"/>
                  </a:lnTo>
                  <a:close/>
                </a:path>
                <a:path w="6560820" h="5918200">
                  <a:moveTo>
                    <a:pt x="4932195" y="253999"/>
                  </a:moveTo>
                  <a:lnTo>
                    <a:pt x="4496115" y="253999"/>
                  </a:lnTo>
                  <a:lnTo>
                    <a:pt x="4543722" y="241299"/>
                  </a:lnTo>
                  <a:lnTo>
                    <a:pt x="4882934" y="241299"/>
                  </a:lnTo>
                  <a:lnTo>
                    <a:pt x="4932195" y="253999"/>
                  </a:lnTo>
                  <a:close/>
                </a:path>
                <a:path w="6560820" h="5918200">
                  <a:moveTo>
                    <a:pt x="5031274" y="266699"/>
                  </a:moveTo>
                  <a:lnTo>
                    <a:pt x="4401582" y="266699"/>
                  </a:lnTo>
                  <a:lnTo>
                    <a:pt x="4448734" y="253999"/>
                  </a:lnTo>
                  <a:lnTo>
                    <a:pt x="4981642" y="253999"/>
                  </a:lnTo>
                  <a:lnTo>
                    <a:pt x="5031274" y="266699"/>
                  </a:lnTo>
                  <a:close/>
                </a:path>
                <a:path w="6560820" h="5918200">
                  <a:moveTo>
                    <a:pt x="5641224" y="495299"/>
                  </a:moveTo>
                  <a:lnTo>
                    <a:pt x="3270109" y="495299"/>
                  </a:lnTo>
                  <a:lnTo>
                    <a:pt x="3309806" y="482599"/>
                  </a:lnTo>
                  <a:lnTo>
                    <a:pt x="3390216" y="482599"/>
                  </a:lnTo>
                  <a:lnTo>
                    <a:pt x="3471948" y="457199"/>
                  </a:lnTo>
                  <a:lnTo>
                    <a:pt x="3513301" y="457199"/>
                  </a:lnTo>
                  <a:lnTo>
                    <a:pt x="3596956" y="431799"/>
                  </a:lnTo>
                  <a:lnTo>
                    <a:pt x="3639250" y="431799"/>
                  </a:lnTo>
                  <a:lnTo>
                    <a:pt x="3767951" y="393699"/>
                  </a:lnTo>
                  <a:lnTo>
                    <a:pt x="3855223" y="380999"/>
                  </a:lnTo>
                  <a:lnTo>
                    <a:pt x="4078310" y="317499"/>
                  </a:lnTo>
                  <a:lnTo>
                    <a:pt x="4123735" y="317499"/>
                  </a:lnTo>
                  <a:lnTo>
                    <a:pt x="4261549" y="279399"/>
                  </a:lnTo>
                  <a:lnTo>
                    <a:pt x="4307986" y="279399"/>
                  </a:lnTo>
                  <a:lnTo>
                    <a:pt x="4354665" y="266699"/>
                  </a:lnTo>
                  <a:lnTo>
                    <a:pt x="5081085" y="266699"/>
                  </a:lnTo>
                  <a:lnTo>
                    <a:pt x="5231550" y="304799"/>
                  </a:lnTo>
                  <a:lnTo>
                    <a:pt x="5282036" y="330199"/>
                  </a:lnTo>
                  <a:lnTo>
                    <a:pt x="5332679" y="342899"/>
                  </a:lnTo>
                  <a:lnTo>
                    <a:pt x="5383477" y="368299"/>
                  </a:lnTo>
                  <a:lnTo>
                    <a:pt x="5434425" y="380999"/>
                  </a:lnTo>
                  <a:lnTo>
                    <a:pt x="5536753" y="431799"/>
                  </a:lnTo>
                  <a:lnTo>
                    <a:pt x="5567150" y="444499"/>
                  </a:lnTo>
                  <a:lnTo>
                    <a:pt x="5597122" y="469899"/>
                  </a:lnTo>
                  <a:lnTo>
                    <a:pt x="5626667" y="482599"/>
                  </a:lnTo>
                  <a:lnTo>
                    <a:pt x="5641224" y="495299"/>
                  </a:lnTo>
                  <a:close/>
                </a:path>
                <a:path w="6560820" h="5918200">
                  <a:moveTo>
                    <a:pt x="4444730" y="5905499"/>
                  </a:moveTo>
                  <a:lnTo>
                    <a:pt x="3777262" y="5905499"/>
                  </a:lnTo>
                  <a:lnTo>
                    <a:pt x="3735195" y="5892799"/>
                  </a:lnTo>
                  <a:lnTo>
                    <a:pt x="4485789" y="5892799"/>
                  </a:lnTo>
                  <a:lnTo>
                    <a:pt x="4444730" y="5905499"/>
                  </a:lnTo>
                  <a:close/>
                </a:path>
                <a:path w="6560820" h="5918200">
                  <a:moveTo>
                    <a:pt x="4337702" y="5918199"/>
                  </a:moveTo>
                  <a:lnTo>
                    <a:pt x="3844312" y="5918199"/>
                  </a:lnTo>
                  <a:lnTo>
                    <a:pt x="3819318" y="5905499"/>
                  </a:lnTo>
                  <a:lnTo>
                    <a:pt x="4362295" y="5905499"/>
                  </a:lnTo>
                  <a:lnTo>
                    <a:pt x="4337702" y="5918199"/>
                  </a:lnTo>
                  <a:close/>
                </a:path>
              </a:pathLst>
            </a:custGeom>
            <a:solidFill>
              <a:srgbClr val="CB5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631" y="1807288"/>
              <a:ext cx="6583627" cy="595114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60298" y="3809188"/>
            <a:ext cx="7051040" cy="47040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70" dirty="0">
                <a:solidFill>
                  <a:srgbClr val="CB5DFF"/>
                </a:solidFill>
                <a:latin typeface="Lucida Sans Unicode"/>
                <a:cs typeface="Lucida Sans Unicode"/>
              </a:rPr>
              <a:t>Feature</a:t>
            </a:r>
            <a:r>
              <a:rPr sz="2000" spc="-80" dirty="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sz="2000" spc="-355" dirty="0">
                <a:solidFill>
                  <a:srgbClr val="CB5DFF"/>
                </a:solidFill>
                <a:latin typeface="Lucida Sans Unicode"/>
                <a:cs typeface="Lucida Sans Unicode"/>
              </a:rPr>
              <a:t>1</a:t>
            </a:r>
            <a:endParaRPr lang="en-IN" sz="2000" spc="-355" dirty="0">
              <a:solidFill>
                <a:srgbClr val="CB5DFF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lang="en-IN" sz="2000" spc="-355" dirty="0">
              <a:solidFill>
                <a:srgbClr val="CB5DFF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000" dirty="0">
                <a:solidFill>
                  <a:schemeClr val="bg2"/>
                </a:solidFill>
              </a:rPr>
              <a:t>User-friendly web interface.</a:t>
            </a:r>
            <a:endParaRPr lang="en-IN" sz="2000" spc="-355" dirty="0">
              <a:solidFill>
                <a:schemeClr val="bg2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lang="en-IN" sz="2000" spc="-355" dirty="0">
              <a:solidFill>
                <a:srgbClr val="CB5DFF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lang="en-IN" sz="2000" spc="-355" dirty="0">
              <a:solidFill>
                <a:srgbClr val="CB5DFF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00" spc="70" dirty="0">
                <a:solidFill>
                  <a:srgbClr val="CB5DFF"/>
                </a:solidFill>
                <a:latin typeface="Lucida Sans Unicode"/>
                <a:cs typeface="Lucida Sans Unicode"/>
              </a:rPr>
              <a:t>Feature</a:t>
            </a:r>
            <a:r>
              <a:rPr sz="2000" spc="-105" dirty="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sz="2000" spc="-135" dirty="0">
                <a:solidFill>
                  <a:srgbClr val="CB5DFF"/>
                </a:solidFill>
                <a:latin typeface="Lucida Sans Unicode"/>
                <a:cs typeface="Lucida Sans Unicode"/>
              </a:rPr>
              <a:t>2</a:t>
            </a:r>
            <a:endParaRPr lang="en-IN" sz="2000" spc="-135" dirty="0">
              <a:solidFill>
                <a:srgbClr val="CB5DFF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endParaRPr lang="en-IN" sz="2000" spc="-135" dirty="0">
              <a:solidFill>
                <a:srgbClr val="CB5DFF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lang="en-IN" sz="2000" dirty="0">
                <a:solidFill>
                  <a:schemeClr val="bg2"/>
                </a:solidFill>
              </a:rPr>
              <a:t>Instant responses to predefined questions</a:t>
            </a:r>
            <a:r>
              <a:rPr lang="en-IN" sz="2000" dirty="0"/>
              <a:t>.</a:t>
            </a:r>
            <a:endParaRPr sz="20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lang="en-IN" sz="2000" spc="70" dirty="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</a:p>
          <a:p>
            <a:pPr marL="12700">
              <a:lnSpc>
                <a:spcPct val="100000"/>
              </a:lnSpc>
            </a:pPr>
            <a:r>
              <a:rPr sz="2000" spc="70" dirty="0">
                <a:solidFill>
                  <a:srgbClr val="CB5DFF"/>
                </a:solidFill>
                <a:latin typeface="Lucida Sans Unicode"/>
                <a:cs typeface="Lucida Sans Unicode"/>
              </a:rPr>
              <a:t>Feature</a:t>
            </a:r>
            <a:r>
              <a:rPr sz="2000" spc="-85" dirty="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sz="2000" spc="-114" dirty="0">
                <a:solidFill>
                  <a:srgbClr val="CB5DFF"/>
                </a:solidFill>
                <a:latin typeface="Lucida Sans Unicode"/>
                <a:cs typeface="Lucida Sans Unicode"/>
              </a:rPr>
              <a:t>3</a:t>
            </a:r>
            <a:endParaRPr lang="en-IN" sz="2000" spc="-114" dirty="0">
              <a:solidFill>
                <a:srgbClr val="CB5DFF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endParaRPr lang="en-IN" sz="2000" spc="-114" dirty="0">
              <a:solidFill>
                <a:srgbClr val="CB5DFF"/>
              </a:solidFill>
              <a:latin typeface="Lucida Sans Unicode"/>
              <a:cs typeface="Lucida Sans Unicode"/>
            </a:endParaRPr>
          </a:p>
          <a:p>
            <a:pPr marL="12700"/>
            <a:r>
              <a:rPr lang="en-IN" sz="2000" dirty="0">
                <a:solidFill>
                  <a:schemeClr val="bg2"/>
                </a:solidFill>
              </a:rPr>
              <a:t>Easy to modify and extend with new responses</a:t>
            </a:r>
            <a:r>
              <a:rPr lang="en-IN" sz="2000" dirty="0"/>
              <a:t>. </a:t>
            </a:r>
          </a:p>
          <a:p>
            <a:pPr marL="12700">
              <a:lnSpc>
                <a:spcPct val="100000"/>
              </a:lnSpc>
            </a:pPr>
            <a:endParaRPr sz="20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25000"/>
              </a:lnSpc>
              <a:spcBef>
                <a:spcPts val="2565"/>
              </a:spcBef>
            </a:pPr>
            <a:endParaRPr sz="1650" dirty="0">
              <a:latin typeface="Lucida Sans Unicode"/>
              <a:cs typeface="Lucida Sans Unicode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860298" y="1015146"/>
            <a:ext cx="7044055" cy="217868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6150" spc="310" dirty="0"/>
              <a:t>Key</a:t>
            </a:r>
            <a:r>
              <a:rPr sz="6150" spc="-390" dirty="0"/>
              <a:t> </a:t>
            </a:r>
            <a:r>
              <a:rPr sz="6150" spc="225" dirty="0"/>
              <a:t>Features</a:t>
            </a:r>
            <a:endParaRPr sz="6150"/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6150" spc="625" dirty="0">
                <a:solidFill>
                  <a:srgbClr val="CB5DFF"/>
                </a:solidFill>
              </a:rPr>
              <a:t>and</a:t>
            </a:r>
            <a:r>
              <a:rPr sz="6150" spc="-385" dirty="0">
                <a:solidFill>
                  <a:srgbClr val="CB5DFF"/>
                </a:solidFill>
              </a:rPr>
              <a:t> </a:t>
            </a:r>
            <a:r>
              <a:rPr sz="6150" spc="425" dirty="0">
                <a:solidFill>
                  <a:srgbClr val="CB5DFF"/>
                </a:solidFill>
              </a:rPr>
              <a:t>Methodology</a:t>
            </a:r>
            <a:endParaRPr sz="6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6568268"/>
            <a:ext cx="537210" cy="537210"/>
          </a:xfrm>
          <a:custGeom>
            <a:avLst/>
            <a:gdLst/>
            <a:ahLst/>
            <a:cxnLst/>
            <a:rect l="l" t="t" r="r" b="b"/>
            <a:pathLst>
              <a:path w="537210" h="537209">
                <a:moveTo>
                  <a:pt x="268536" y="537073"/>
                </a:moveTo>
                <a:lnTo>
                  <a:pt x="220266" y="532746"/>
                </a:lnTo>
                <a:lnTo>
                  <a:pt x="174835" y="520272"/>
                </a:lnTo>
                <a:lnTo>
                  <a:pt x="133001" y="500410"/>
                </a:lnTo>
                <a:lnTo>
                  <a:pt x="95521" y="473916"/>
                </a:lnTo>
                <a:lnTo>
                  <a:pt x="63156" y="441551"/>
                </a:lnTo>
                <a:lnTo>
                  <a:pt x="36663" y="404072"/>
                </a:lnTo>
                <a:lnTo>
                  <a:pt x="16800" y="362237"/>
                </a:lnTo>
                <a:lnTo>
                  <a:pt x="4326" y="316806"/>
                </a:lnTo>
                <a:lnTo>
                  <a:pt x="0" y="268536"/>
                </a:lnTo>
                <a:lnTo>
                  <a:pt x="4326" y="220266"/>
                </a:lnTo>
                <a:lnTo>
                  <a:pt x="16800" y="174835"/>
                </a:lnTo>
                <a:lnTo>
                  <a:pt x="36663" y="133000"/>
                </a:lnTo>
                <a:lnTo>
                  <a:pt x="63156" y="95521"/>
                </a:lnTo>
                <a:lnTo>
                  <a:pt x="95521" y="63156"/>
                </a:lnTo>
                <a:lnTo>
                  <a:pt x="133001" y="36663"/>
                </a:lnTo>
                <a:lnTo>
                  <a:pt x="174835" y="16800"/>
                </a:lnTo>
                <a:lnTo>
                  <a:pt x="220266" y="4326"/>
                </a:lnTo>
                <a:lnTo>
                  <a:pt x="268536" y="0"/>
                </a:lnTo>
                <a:lnTo>
                  <a:pt x="316806" y="4326"/>
                </a:lnTo>
                <a:lnTo>
                  <a:pt x="362237" y="16800"/>
                </a:lnTo>
                <a:lnTo>
                  <a:pt x="404072" y="36663"/>
                </a:lnTo>
                <a:lnTo>
                  <a:pt x="441551" y="63156"/>
                </a:lnTo>
                <a:lnTo>
                  <a:pt x="473916" y="95521"/>
                </a:lnTo>
                <a:lnTo>
                  <a:pt x="500410" y="133000"/>
                </a:lnTo>
                <a:lnTo>
                  <a:pt x="520273" y="174835"/>
                </a:lnTo>
                <a:lnTo>
                  <a:pt x="532746" y="220266"/>
                </a:lnTo>
                <a:lnTo>
                  <a:pt x="537073" y="268536"/>
                </a:lnTo>
                <a:lnTo>
                  <a:pt x="532746" y="316806"/>
                </a:lnTo>
                <a:lnTo>
                  <a:pt x="520273" y="362237"/>
                </a:lnTo>
                <a:lnTo>
                  <a:pt x="500410" y="404072"/>
                </a:lnTo>
                <a:lnTo>
                  <a:pt x="473916" y="441551"/>
                </a:lnTo>
                <a:lnTo>
                  <a:pt x="441551" y="473916"/>
                </a:lnTo>
                <a:lnTo>
                  <a:pt x="404072" y="500410"/>
                </a:lnTo>
                <a:lnTo>
                  <a:pt x="362237" y="520272"/>
                </a:lnTo>
                <a:lnTo>
                  <a:pt x="316806" y="532746"/>
                </a:lnTo>
                <a:lnTo>
                  <a:pt x="268536" y="537073"/>
                </a:lnTo>
                <a:close/>
              </a:path>
            </a:pathLst>
          </a:custGeom>
          <a:solidFill>
            <a:srgbClr val="CB5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634438" y="670002"/>
            <a:ext cx="537210" cy="537210"/>
          </a:xfrm>
          <a:custGeom>
            <a:avLst/>
            <a:gdLst/>
            <a:ahLst/>
            <a:cxnLst/>
            <a:rect l="l" t="t" r="r" b="b"/>
            <a:pathLst>
              <a:path w="537210" h="537210">
                <a:moveTo>
                  <a:pt x="268536" y="537073"/>
                </a:moveTo>
                <a:lnTo>
                  <a:pt x="220266" y="532746"/>
                </a:lnTo>
                <a:lnTo>
                  <a:pt x="174835" y="520272"/>
                </a:lnTo>
                <a:lnTo>
                  <a:pt x="133000" y="500410"/>
                </a:lnTo>
                <a:lnTo>
                  <a:pt x="95521" y="473916"/>
                </a:lnTo>
                <a:lnTo>
                  <a:pt x="63156" y="441551"/>
                </a:lnTo>
                <a:lnTo>
                  <a:pt x="36663" y="404072"/>
                </a:lnTo>
                <a:lnTo>
                  <a:pt x="16800" y="362237"/>
                </a:lnTo>
                <a:lnTo>
                  <a:pt x="4326" y="316806"/>
                </a:lnTo>
                <a:lnTo>
                  <a:pt x="0" y="268536"/>
                </a:lnTo>
                <a:lnTo>
                  <a:pt x="4326" y="220266"/>
                </a:lnTo>
                <a:lnTo>
                  <a:pt x="16800" y="174835"/>
                </a:lnTo>
                <a:lnTo>
                  <a:pt x="36663" y="133001"/>
                </a:lnTo>
                <a:lnTo>
                  <a:pt x="63156" y="95521"/>
                </a:lnTo>
                <a:lnTo>
                  <a:pt x="95521" y="63156"/>
                </a:lnTo>
                <a:lnTo>
                  <a:pt x="133000" y="36663"/>
                </a:lnTo>
                <a:lnTo>
                  <a:pt x="174835" y="16800"/>
                </a:lnTo>
                <a:lnTo>
                  <a:pt x="220266" y="4326"/>
                </a:lnTo>
                <a:lnTo>
                  <a:pt x="268536" y="0"/>
                </a:lnTo>
                <a:lnTo>
                  <a:pt x="316806" y="4326"/>
                </a:lnTo>
                <a:lnTo>
                  <a:pt x="362237" y="16800"/>
                </a:lnTo>
                <a:lnTo>
                  <a:pt x="404072" y="36663"/>
                </a:lnTo>
                <a:lnTo>
                  <a:pt x="441551" y="63156"/>
                </a:lnTo>
                <a:lnTo>
                  <a:pt x="473916" y="95521"/>
                </a:lnTo>
                <a:lnTo>
                  <a:pt x="500410" y="133001"/>
                </a:lnTo>
                <a:lnTo>
                  <a:pt x="520273" y="174835"/>
                </a:lnTo>
                <a:lnTo>
                  <a:pt x="532746" y="220266"/>
                </a:lnTo>
                <a:lnTo>
                  <a:pt x="537073" y="268536"/>
                </a:lnTo>
                <a:lnTo>
                  <a:pt x="532746" y="316806"/>
                </a:lnTo>
                <a:lnTo>
                  <a:pt x="520273" y="362237"/>
                </a:lnTo>
                <a:lnTo>
                  <a:pt x="500410" y="404072"/>
                </a:lnTo>
                <a:lnTo>
                  <a:pt x="473916" y="441551"/>
                </a:lnTo>
                <a:lnTo>
                  <a:pt x="441551" y="473916"/>
                </a:lnTo>
                <a:lnTo>
                  <a:pt x="404072" y="500410"/>
                </a:lnTo>
                <a:lnTo>
                  <a:pt x="362237" y="520272"/>
                </a:lnTo>
                <a:lnTo>
                  <a:pt x="316806" y="532746"/>
                </a:lnTo>
                <a:lnTo>
                  <a:pt x="268536" y="537073"/>
                </a:lnTo>
                <a:close/>
              </a:path>
            </a:pathLst>
          </a:custGeom>
          <a:solidFill>
            <a:srgbClr val="CB5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99631" y="1708712"/>
            <a:ext cx="6965950" cy="6050280"/>
            <a:chOff x="799631" y="1708712"/>
            <a:chExt cx="6965950" cy="6050280"/>
          </a:xfrm>
        </p:grpSpPr>
        <p:sp>
          <p:nvSpPr>
            <p:cNvPr id="5" name="object 5"/>
            <p:cNvSpPr/>
            <p:nvPr/>
          </p:nvSpPr>
          <p:spPr>
            <a:xfrm>
              <a:off x="1205120" y="1708712"/>
              <a:ext cx="6560820" cy="5918200"/>
            </a:xfrm>
            <a:custGeom>
              <a:avLst/>
              <a:gdLst/>
              <a:ahLst/>
              <a:cxnLst/>
              <a:rect l="l" t="t" r="r" b="b"/>
              <a:pathLst>
                <a:path w="6560820" h="5918200">
                  <a:moveTo>
                    <a:pt x="1896920" y="12699"/>
                  </a:moveTo>
                  <a:lnTo>
                    <a:pt x="1418528" y="12699"/>
                  </a:lnTo>
                  <a:lnTo>
                    <a:pt x="1456904" y="0"/>
                  </a:lnTo>
                  <a:lnTo>
                    <a:pt x="1861765" y="0"/>
                  </a:lnTo>
                  <a:lnTo>
                    <a:pt x="1896920" y="12699"/>
                  </a:lnTo>
                  <a:close/>
                </a:path>
                <a:path w="6560820" h="5918200">
                  <a:moveTo>
                    <a:pt x="4526735" y="5892799"/>
                  </a:moveTo>
                  <a:lnTo>
                    <a:pt x="3693124" y="5892799"/>
                  </a:lnTo>
                  <a:lnTo>
                    <a:pt x="3651053" y="5880099"/>
                  </a:lnTo>
                  <a:lnTo>
                    <a:pt x="3608989" y="5880099"/>
                  </a:lnTo>
                  <a:lnTo>
                    <a:pt x="3440924" y="5829299"/>
                  </a:lnTo>
                  <a:lnTo>
                    <a:pt x="3398985" y="5829299"/>
                  </a:lnTo>
                  <a:lnTo>
                    <a:pt x="3357090" y="5816599"/>
                  </a:lnTo>
                  <a:lnTo>
                    <a:pt x="3315244" y="5791199"/>
                  </a:lnTo>
                  <a:lnTo>
                    <a:pt x="3148472" y="5740399"/>
                  </a:lnTo>
                  <a:lnTo>
                    <a:pt x="3106962" y="5714999"/>
                  </a:lnTo>
                  <a:lnTo>
                    <a:pt x="3024205" y="5689599"/>
                  </a:lnTo>
                  <a:lnTo>
                    <a:pt x="2982969" y="5664199"/>
                  </a:lnTo>
                  <a:lnTo>
                    <a:pt x="2941837" y="5651499"/>
                  </a:lnTo>
                  <a:lnTo>
                    <a:pt x="2859907" y="5600699"/>
                  </a:lnTo>
                  <a:lnTo>
                    <a:pt x="2819122" y="5587999"/>
                  </a:lnTo>
                  <a:lnTo>
                    <a:pt x="2537530" y="5410199"/>
                  </a:lnTo>
                  <a:lnTo>
                    <a:pt x="2380222" y="5308599"/>
                  </a:lnTo>
                  <a:lnTo>
                    <a:pt x="2341365" y="5270499"/>
                  </a:lnTo>
                  <a:lnTo>
                    <a:pt x="2302707" y="5245099"/>
                  </a:lnTo>
                  <a:lnTo>
                    <a:pt x="2264255" y="5206999"/>
                  </a:lnTo>
                  <a:lnTo>
                    <a:pt x="2226015" y="5181599"/>
                  </a:lnTo>
                  <a:lnTo>
                    <a:pt x="2187993" y="5143499"/>
                  </a:lnTo>
                  <a:lnTo>
                    <a:pt x="2150195" y="5118099"/>
                  </a:lnTo>
                  <a:lnTo>
                    <a:pt x="2038205" y="5003799"/>
                  </a:lnTo>
                  <a:lnTo>
                    <a:pt x="1969295" y="4940299"/>
                  </a:lnTo>
                  <a:lnTo>
                    <a:pt x="1934767" y="4914899"/>
                  </a:lnTo>
                  <a:lnTo>
                    <a:pt x="1865620" y="4838699"/>
                  </a:lnTo>
                  <a:lnTo>
                    <a:pt x="1831023" y="4813299"/>
                  </a:lnTo>
                  <a:lnTo>
                    <a:pt x="1761836" y="4737099"/>
                  </a:lnTo>
                  <a:lnTo>
                    <a:pt x="1727269" y="4711699"/>
                  </a:lnTo>
                  <a:lnTo>
                    <a:pt x="1658242" y="4635499"/>
                  </a:lnTo>
                  <a:lnTo>
                    <a:pt x="1623803" y="4610099"/>
                  </a:lnTo>
                  <a:lnTo>
                    <a:pt x="1555133" y="4533899"/>
                  </a:lnTo>
                  <a:lnTo>
                    <a:pt x="1520923" y="4508499"/>
                  </a:lnTo>
                  <a:lnTo>
                    <a:pt x="1418926" y="4394199"/>
                  </a:lnTo>
                  <a:lnTo>
                    <a:pt x="1385175" y="4368799"/>
                  </a:lnTo>
                  <a:lnTo>
                    <a:pt x="1284817" y="4254499"/>
                  </a:lnTo>
                  <a:lnTo>
                    <a:pt x="1251700" y="4229099"/>
                  </a:lnTo>
                  <a:lnTo>
                    <a:pt x="1186035" y="4152899"/>
                  </a:lnTo>
                  <a:lnTo>
                    <a:pt x="1153510" y="4114799"/>
                  </a:lnTo>
                  <a:lnTo>
                    <a:pt x="1121204" y="4089399"/>
                  </a:lnTo>
                  <a:lnTo>
                    <a:pt x="1057293" y="4013199"/>
                  </a:lnTo>
                  <a:lnTo>
                    <a:pt x="1025710" y="3975099"/>
                  </a:lnTo>
                  <a:lnTo>
                    <a:pt x="994390" y="3949699"/>
                  </a:lnTo>
                  <a:lnTo>
                    <a:pt x="963345" y="3911599"/>
                  </a:lnTo>
                  <a:lnTo>
                    <a:pt x="932585" y="3873499"/>
                  </a:lnTo>
                  <a:lnTo>
                    <a:pt x="902122" y="3835399"/>
                  </a:lnTo>
                  <a:lnTo>
                    <a:pt x="871965" y="3797299"/>
                  </a:lnTo>
                  <a:lnTo>
                    <a:pt x="842127" y="3759199"/>
                  </a:lnTo>
                  <a:lnTo>
                    <a:pt x="812618" y="3733799"/>
                  </a:lnTo>
                  <a:lnTo>
                    <a:pt x="783450" y="3695699"/>
                  </a:lnTo>
                  <a:lnTo>
                    <a:pt x="754632" y="3657599"/>
                  </a:lnTo>
                  <a:lnTo>
                    <a:pt x="726177" y="3619499"/>
                  </a:lnTo>
                  <a:lnTo>
                    <a:pt x="698096" y="3581399"/>
                  </a:lnTo>
                  <a:lnTo>
                    <a:pt x="670399" y="3543299"/>
                  </a:lnTo>
                  <a:lnTo>
                    <a:pt x="643097" y="3517899"/>
                  </a:lnTo>
                  <a:lnTo>
                    <a:pt x="616201" y="3479799"/>
                  </a:lnTo>
                  <a:lnTo>
                    <a:pt x="589723" y="3441699"/>
                  </a:lnTo>
                  <a:lnTo>
                    <a:pt x="563673" y="3403599"/>
                  </a:lnTo>
                  <a:lnTo>
                    <a:pt x="538063" y="3365499"/>
                  </a:lnTo>
                  <a:lnTo>
                    <a:pt x="512903" y="3327399"/>
                  </a:lnTo>
                  <a:lnTo>
                    <a:pt x="488204" y="3289299"/>
                  </a:lnTo>
                  <a:lnTo>
                    <a:pt x="463978" y="3251199"/>
                  </a:lnTo>
                  <a:lnTo>
                    <a:pt x="440235" y="3213099"/>
                  </a:lnTo>
                  <a:lnTo>
                    <a:pt x="416987" y="3187699"/>
                  </a:lnTo>
                  <a:lnTo>
                    <a:pt x="394244" y="3149599"/>
                  </a:lnTo>
                  <a:lnTo>
                    <a:pt x="372018" y="3111499"/>
                  </a:lnTo>
                  <a:lnTo>
                    <a:pt x="350319" y="3073399"/>
                  </a:lnTo>
                  <a:lnTo>
                    <a:pt x="329158" y="3035299"/>
                  </a:lnTo>
                  <a:lnTo>
                    <a:pt x="308547" y="2997199"/>
                  </a:lnTo>
                  <a:lnTo>
                    <a:pt x="288497" y="2959099"/>
                  </a:lnTo>
                  <a:lnTo>
                    <a:pt x="269018" y="2920999"/>
                  </a:lnTo>
                  <a:lnTo>
                    <a:pt x="250121" y="2882899"/>
                  </a:lnTo>
                  <a:lnTo>
                    <a:pt x="231818" y="2844799"/>
                  </a:lnTo>
                  <a:lnTo>
                    <a:pt x="214120" y="2806699"/>
                  </a:lnTo>
                  <a:lnTo>
                    <a:pt x="197037" y="2768599"/>
                  </a:lnTo>
                  <a:lnTo>
                    <a:pt x="180581" y="2730499"/>
                  </a:lnTo>
                  <a:lnTo>
                    <a:pt x="164762" y="2692399"/>
                  </a:lnTo>
                  <a:lnTo>
                    <a:pt x="149592" y="2654299"/>
                  </a:lnTo>
                  <a:lnTo>
                    <a:pt x="135081" y="2616199"/>
                  </a:lnTo>
                  <a:lnTo>
                    <a:pt x="121241" y="2578099"/>
                  </a:lnTo>
                  <a:lnTo>
                    <a:pt x="108083" y="2539999"/>
                  </a:lnTo>
                  <a:lnTo>
                    <a:pt x="95617" y="2501899"/>
                  </a:lnTo>
                  <a:lnTo>
                    <a:pt x="83855" y="2463799"/>
                  </a:lnTo>
                  <a:lnTo>
                    <a:pt x="72807" y="2425699"/>
                  </a:lnTo>
                  <a:lnTo>
                    <a:pt x="62485" y="2387599"/>
                  </a:lnTo>
                  <a:lnTo>
                    <a:pt x="52900" y="2349499"/>
                  </a:lnTo>
                  <a:lnTo>
                    <a:pt x="44063" y="2311399"/>
                  </a:lnTo>
                  <a:lnTo>
                    <a:pt x="35984" y="2273299"/>
                  </a:lnTo>
                  <a:lnTo>
                    <a:pt x="28674" y="2235199"/>
                  </a:lnTo>
                  <a:lnTo>
                    <a:pt x="22146" y="2197099"/>
                  </a:lnTo>
                  <a:lnTo>
                    <a:pt x="16409" y="2158999"/>
                  </a:lnTo>
                  <a:lnTo>
                    <a:pt x="11475" y="2120899"/>
                  </a:lnTo>
                  <a:lnTo>
                    <a:pt x="7355" y="2082799"/>
                  </a:lnTo>
                  <a:lnTo>
                    <a:pt x="4059" y="2044699"/>
                  </a:lnTo>
                  <a:lnTo>
                    <a:pt x="1599" y="2006599"/>
                  </a:lnTo>
                  <a:lnTo>
                    <a:pt x="0" y="1968499"/>
                  </a:lnTo>
                  <a:lnTo>
                    <a:pt x="0" y="1879599"/>
                  </a:lnTo>
                  <a:lnTo>
                    <a:pt x="2221" y="1816099"/>
                  </a:lnTo>
                  <a:lnTo>
                    <a:pt x="8706" y="1727199"/>
                  </a:lnTo>
                  <a:lnTo>
                    <a:pt x="13328" y="1689099"/>
                  </a:lnTo>
                  <a:lnTo>
                    <a:pt x="18885" y="1650999"/>
                  </a:lnTo>
                  <a:lnTo>
                    <a:pt x="25388" y="1612899"/>
                  </a:lnTo>
                  <a:lnTo>
                    <a:pt x="32848" y="1574799"/>
                  </a:lnTo>
                  <a:lnTo>
                    <a:pt x="41276" y="1536699"/>
                  </a:lnTo>
                  <a:lnTo>
                    <a:pt x="50683" y="1498599"/>
                  </a:lnTo>
                  <a:lnTo>
                    <a:pt x="61079" y="1460499"/>
                  </a:lnTo>
                  <a:lnTo>
                    <a:pt x="72477" y="1422399"/>
                  </a:lnTo>
                  <a:lnTo>
                    <a:pt x="84886" y="1384299"/>
                  </a:lnTo>
                  <a:lnTo>
                    <a:pt x="98319" y="1333499"/>
                  </a:lnTo>
                  <a:lnTo>
                    <a:pt x="112785" y="1295399"/>
                  </a:lnTo>
                  <a:lnTo>
                    <a:pt x="128296" y="1257299"/>
                  </a:lnTo>
                  <a:lnTo>
                    <a:pt x="144863" y="1219199"/>
                  </a:lnTo>
                  <a:lnTo>
                    <a:pt x="162497" y="1181099"/>
                  </a:lnTo>
                  <a:lnTo>
                    <a:pt x="181209" y="1142999"/>
                  </a:lnTo>
                  <a:lnTo>
                    <a:pt x="201010" y="1104899"/>
                  </a:lnTo>
                  <a:lnTo>
                    <a:pt x="221911" y="1054099"/>
                  </a:lnTo>
                  <a:lnTo>
                    <a:pt x="243923" y="1015999"/>
                  </a:lnTo>
                  <a:lnTo>
                    <a:pt x="267057" y="977899"/>
                  </a:lnTo>
                  <a:lnTo>
                    <a:pt x="291323" y="939799"/>
                  </a:lnTo>
                  <a:lnTo>
                    <a:pt x="316734" y="901699"/>
                  </a:lnTo>
                  <a:lnTo>
                    <a:pt x="343300" y="863599"/>
                  </a:lnTo>
                  <a:lnTo>
                    <a:pt x="371032" y="825499"/>
                  </a:lnTo>
                  <a:lnTo>
                    <a:pt x="399941" y="774699"/>
                  </a:lnTo>
                  <a:lnTo>
                    <a:pt x="430039" y="736599"/>
                  </a:lnTo>
                  <a:lnTo>
                    <a:pt x="602924" y="533399"/>
                  </a:lnTo>
                  <a:lnTo>
                    <a:pt x="645685" y="482599"/>
                  </a:lnTo>
                  <a:lnTo>
                    <a:pt x="688256" y="444499"/>
                  </a:lnTo>
                  <a:lnTo>
                    <a:pt x="730634" y="393699"/>
                  </a:lnTo>
                  <a:lnTo>
                    <a:pt x="814798" y="317499"/>
                  </a:lnTo>
                  <a:lnTo>
                    <a:pt x="856578" y="292099"/>
                  </a:lnTo>
                  <a:lnTo>
                    <a:pt x="898153" y="253999"/>
                  </a:lnTo>
                  <a:lnTo>
                    <a:pt x="1102836" y="126999"/>
                  </a:lnTo>
                  <a:lnTo>
                    <a:pt x="1143114" y="101599"/>
                  </a:lnTo>
                  <a:lnTo>
                    <a:pt x="1183164" y="88899"/>
                  </a:lnTo>
                  <a:lnTo>
                    <a:pt x="1222984" y="63499"/>
                  </a:lnTo>
                  <a:lnTo>
                    <a:pt x="1379904" y="12699"/>
                  </a:lnTo>
                  <a:lnTo>
                    <a:pt x="1931788" y="12699"/>
                  </a:lnTo>
                  <a:lnTo>
                    <a:pt x="2034628" y="50799"/>
                  </a:lnTo>
                  <a:lnTo>
                    <a:pt x="2068312" y="50799"/>
                  </a:lnTo>
                  <a:lnTo>
                    <a:pt x="2134764" y="76199"/>
                  </a:lnTo>
                  <a:lnTo>
                    <a:pt x="2295420" y="139699"/>
                  </a:lnTo>
                  <a:lnTo>
                    <a:pt x="2326588" y="165099"/>
                  </a:lnTo>
                  <a:lnTo>
                    <a:pt x="2357428" y="177799"/>
                  </a:lnTo>
                  <a:lnTo>
                    <a:pt x="2477444" y="228599"/>
                  </a:lnTo>
                  <a:lnTo>
                    <a:pt x="2506597" y="253999"/>
                  </a:lnTo>
                  <a:lnTo>
                    <a:pt x="2563860" y="279399"/>
                  </a:lnTo>
                  <a:lnTo>
                    <a:pt x="2647101" y="330199"/>
                  </a:lnTo>
                  <a:lnTo>
                    <a:pt x="2727085" y="368299"/>
                  </a:lnTo>
                  <a:lnTo>
                    <a:pt x="2778557" y="393699"/>
                  </a:lnTo>
                  <a:lnTo>
                    <a:pt x="2828519" y="419099"/>
                  </a:lnTo>
                  <a:lnTo>
                    <a:pt x="2876948" y="444499"/>
                  </a:lnTo>
                  <a:lnTo>
                    <a:pt x="2900580" y="444499"/>
                  </a:lnTo>
                  <a:lnTo>
                    <a:pt x="2946662" y="469899"/>
                  </a:lnTo>
                  <a:lnTo>
                    <a:pt x="2969107" y="469899"/>
                  </a:lnTo>
                  <a:lnTo>
                    <a:pt x="2991150" y="482599"/>
                  </a:lnTo>
                  <a:lnTo>
                    <a:pt x="3012788" y="482599"/>
                  </a:lnTo>
                  <a:lnTo>
                    <a:pt x="3034018" y="495299"/>
                  </a:lnTo>
                  <a:lnTo>
                    <a:pt x="5641224" y="495299"/>
                  </a:lnTo>
                  <a:lnTo>
                    <a:pt x="5655782" y="507999"/>
                  </a:lnTo>
                  <a:lnTo>
                    <a:pt x="5684466" y="533399"/>
                  </a:lnTo>
                  <a:lnTo>
                    <a:pt x="5712719" y="558799"/>
                  </a:lnTo>
                  <a:lnTo>
                    <a:pt x="5740538" y="571499"/>
                  </a:lnTo>
                  <a:lnTo>
                    <a:pt x="5767922" y="596899"/>
                  </a:lnTo>
                  <a:lnTo>
                    <a:pt x="5794869" y="622299"/>
                  </a:lnTo>
                  <a:lnTo>
                    <a:pt x="5821378" y="660399"/>
                  </a:lnTo>
                  <a:lnTo>
                    <a:pt x="5847447" y="685799"/>
                  </a:lnTo>
                  <a:lnTo>
                    <a:pt x="5873076" y="711199"/>
                  </a:lnTo>
                  <a:lnTo>
                    <a:pt x="5898261" y="736599"/>
                  </a:lnTo>
                  <a:lnTo>
                    <a:pt x="5923003" y="774699"/>
                  </a:lnTo>
                  <a:lnTo>
                    <a:pt x="5947298" y="800099"/>
                  </a:lnTo>
                  <a:lnTo>
                    <a:pt x="5971147" y="838199"/>
                  </a:lnTo>
                  <a:lnTo>
                    <a:pt x="5994547" y="876299"/>
                  </a:lnTo>
                  <a:lnTo>
                    <a:pt x="6017496" y="901699"/>
                  </a:lnTo>
                  <a:lnTo>
                    <a:pt x="6039994" y="939799"/>
                  </a:lnTo>
                  <a:lnTo>
                    <a:pt x="6062039" y="977899"/>
                  </a:lnTo>
                  <a:lnTo>
                    <a:pt x="6083629" y="1015999"/>
                  </a:lnTo>
                  <a:lnTo>
                    <a:pt x="6104762" y="1054099"/>
                  </a:lnTo>
                  <a:lnTo>
                    <a:pt x="6125438" y="1092199"/>
                  </a:lnTo>
                  <a:lnTo>
                    <a:pt x="6145654" y="1130299"/>
                  </a:lnTo>
                  <a:lnTo>
                    <a:pt x="6165410" y="1181099"/>
                  </a:lnTo>
                  <a:lnTo>
                    <a:pt x="6184704" y="1219199"/>
                  </a:lnTo>
                  <a:lnTo>
                    <a:pt x="6203533" y="1257299"/>
                  </a:lnTo>
                  <a:lnTo>
                    <a:pt x="6221897" y="1295399"/>
                  </a:lnTo>
                  <a:lnTo>
                    <a:pt x="6239795" y="1346199"/>
                  </a:lnTo>
                  <a:lnTo>
                    <a:pt x="6257224" y="1384299"/>
                  </a:lnTo>
                  <a:lnTo>
                    <a:pt x="6274183" y="1435099"/>
                  </a:lnTo>
                  <a:lnTo>
                    <a:pt x="6290671" y="1473199"/>
                  </a:lnTo>
                  <a:lnTo>
                    <a:pt x="6306685" y="1523999"/>
                  </a:lnTo>
                  <a:lnTo>
                    <a:pt x="6322226" y="1574799"/>
                  </a:lnTo>
                  <a:lnTo>
                    <a:pt x="6337290" y="1612899"/>
                  </a:lnTo>
                  <a:lnTo>
                    <a:pt x="6351878" y="1663699"/>
                  </a:lnTo>
                  <a:lnTo>
                    <a:pt x="6365986" y="1714499"/>
                  </a:lnTo>
                  <a:lnTo>
                    <a:pt x="6379614" y="1765299"/>
                  </a:lnTo>
                  <a:lnTo>
                    <a:pt x="6392759" y="1803399"/>
                  </a:lnTo>
                  <a:lnTo>
                    <a:pt x="6405422" y="1854199"/>
                  </a:lnTo>
                  <a:lnTo>
                    <a:pt x="6417599" y="1904999"/>
                  </a:lnTo>
                  <a:lnTo>
                    <a:pt x="6429290" y="1955799"/>
                  </a:lnTo>
                  <a:lnTo>
                    <a:pt x="6440493" y="2006599"/>
                  </a:lnTo>
                  <a:lnTo>
                    <a:pt x="6451206" y="2057399"/>
                  </a:lnTo>
                  <a:lnTo>
                    <a:pt x="6461428" y="2108199"/>
                  </a:lnTo>
                  <a:lnTo>
                    <a:pt x="6471158" y="2158999"/>
                  </a:lnTo>
                  <a:lnTo>
                    <a:pt x="6480394" y="2209799"/>
                  </a:lnTo>
                  <a:lnTo>
                    <a:pt x="6489134" y="2260599"/>
                  </a:lnTo>
                  <a:lnTo>
                    <a:pt x="6497377" y="2311399"/>
                  </a:lnTo>
                  <a:lnTo>
                    <a:pt x="6505121" y="2362199"/>
                  </a:lnTo>
                  <a:lnTo>
                    <a:pt x="6512366" y="2412999"/>
                  </a:lnTo>
                  <a:lnTo>
                    <a:pt x="6519109" y="2463799"/>
                  </a:lnTo>
                  <a:lnTo>
                    <a:pt x="6525348" y="2514599"/>
                  </a:lnTo>
                  <a:lnTo>
                    <a:pt x="6531083" y="2565399"/>
                  </a:lnTo>
                  <a:lnTo>
                    <a:pt x="6536312" y="2628899"/>
                  </a:lnTo>
                  <a:lnTo>
                    <a:pt x="6541033" y="2679699"/>
                  </a:lnTo>
                  <a:lnTo>
                    <a:pt x="6545246" y="2730499"/>
                  </a:lnTo>
                  <a:lnTo>
                    <a:pt x="6548947" y="2781299"/>
                  </a:lnTo>
                  <a:lnTo>
                    <a:pt x="6552136" y="2832099"/>
                  </a:lnTo>
                  <a:lnTo>
                    <a:pt x="6554812" y="2882899"/>
                  </a:lnTo>
                  <a:lnTo>
                    <a:pt x="6556972" y="2933699"/>
                  </a:lnTo>
                  <a:lnTo>
                    <a:pt x="6558616" y="2984499"/>
                  </a:lnTo>
                  <a:lnTo>
                    <a:pt x="6559741" y="3035299"/>
                  </a:lnTo>
                  <a:lnTo>
                    <a:pt x="6560347" y="3098799"/>
                  </a:lnTo>
                  <a:lnTo>
                    <a:pt x="6560431" y="3149599"/>
                  </a:lnTo>
                  <a:lnTo>
                    <a:pt x="6560102" y="3187699"/>
                  </a:lnTo>
                  <a:lnTo>
                    <a:pt x="6559993" y="3200399"/>
                  </a:lnTo>
                  <a:lnTo>
                    <a:pt x="6559030" y="3251199"/>
                  </a:lnTo>
                  <a:lnTo>
                    <a:pt x="6557542" y="3301999"/>
                  </a:lnTo>
                  <a:lnTo>
                    <a:pt x="6555526" y="3352799"/>
                  </a:lnTo>
                  <a:lnTo>
                    <a:pt x="6552982" y="3403599"/>
                  </a:lnTo>
                  <a:lnTo>
                    <a:pt x="6549907" y="3454399"/>
                  </a:lnTo>
                  <a:lnTo>
                    <a:pt x="6546300" y="3505199"/>
                  </a:lnTo>
                  <a:lnTo>
                    <a:pt x="6542160" y="3555999"/>
                  </a:lnTo>
                  <a:lnTo>
                    <a:pt x="6537485" y="3606799"/>
                  </a:lnTo>
                  <a:lnTo>
                    <a:pt x="6532274" y="3644899"/>
                  </a:lnTo>
                  <a:lnTo>
                    <a:pt x="6526525" y="3695699"/>
                  </a:lnTo>
                  <a:lnTo>
                    <a:pt x="6520236" y="3746499"/>
                  </a:lnTo>
                  <a:lnTo>
                    <a:pt x="6513407" y="3797299"/>
                  </a:lnTo>
                  <a:lnTo>
                    <a:pt x="6506035" y="3835399"/>
                  </a:lnTo>
                  <a:lnTo>
                    <a:pt x="6498120" y="3886199"/>
                  </a:lnTo>
                  <a:lnTo>
                    <a:pt x="6489658" y="3936999"/>
                  </a:lnTo>
                  <a:lnTo>
                    <a:pt x="6480650" y="3975099"/>
                  </a:lnTo>
                  <a:lnTo>
                    <a:pt x="6471094" y="4025899"/>
                  </a:lnTo>
                  <a:lnTo>
                    <a:pt x="6460987" y="4063999"/>
                  </a:lnTo>
                  <a:lnTo>
                    <a:pt x="6450329" y="4114799"/>
                  </a:lnTo>
                  <a:lnTo>
                    <a:pt x="6439119" y="4152899"/>
                  </a:lnTo>
                  <a:lnTo>
                    <a:pt x="6427353" y="4203699"/>
                  </a:lnTo>
                  <a:lnTo>
                    <a:pt x="6415032" y="4241799"/>
                  </a:lnTo>
                  <a:lnTo>
                    <a:pt x="6402153" y="4279899"/>
                  </a:lnTo>
                  <a:lnTo>
                    <a:pt x="6388715" y="4330699"/>
                  </a:lnTo>
                  <a:lnTo>
                    <a:pt x="6374716" y="4368799"/>
                  </a:lnTo>
                  <a:lnTo>
                    <a:pt x="6360156" y="4406899"/>
                  </a:lnTo>
                  <a:lnTo>
                    <a:pt x="6345031" y="4444999"/>
                  </a:lnTo>
                  <a:lnTo>
                    <a:pt x="6329342" y="4483099"/>
                  </a:lnTo>
                  <a:lnTo>
                    <a:pt x="6313086" y="4521199"/>
                  </a:lnTo>
                  <a:lnTo>
                    <a:pt x="6296262" y="4546599"/>
                  </a:lnTo>
                  <a:lnTo>
                    <a:pt x="6278869" y="4584699"/>
                  </a:lnTo>
                  <a:lnTo>
                    <a:pt x="6260904" y="4622799"/>
                  </a:lnTo>
                  <a:lnTo>
                    <a:pt x="6242367" y="4660899"/>
                  </a:lnTo>
                  <a:lnTo>
                    <a:pt x="6223256" y="4686299"/>
                  </a:lnTo>
                  <a:lnTo>
                    <a:pt x="6203569" y="4724399"/>
                  </a:lnTo>
                  <a:lnTo>
                    <a:pt x="6183304" y="4749799"/>
                  </a:lnTo>
                  <a:lnTo>
                    <a:pt x="6154094" y="4787899"/>
                  </a:lnTo>
                  <a:lnTo>
                    <a:pt x="6124494" y="4838699"/>
                  </a:lnTo>
                  <a:lnTo>
                    <a:pt x="6094508" y="4876799"/>
                  </a:lnTo>
                  <a:lnTo>
                    <a:pt x="6064144" y="4914899"/>
                  </a:lnTo>
                  <a:lnTo>
                    <a:pt x="6033408" y="4952999"/>
                  </a:lnTo>
                  <a:lnTo>
                    <a:pt x="6002304" y="4991099"/>
                  </a:lnTo>
                  <a:lnTo>
                    <a:pt x="5970841" y="5029199"/>
                  </a:lnTo>
                  <a:lnTo>
                    <a:pt x="5939022" y="5067299"/>
                  </a:lnTo>
                  <a:lnTo>
                    <a:pt x="5906855" y="5092699"/>
                  </a:lnTo>
                  <a:lnTo>
                    <a:pt x="5874346" y="5130799"/>
                  </a:lnTo>
                  <a:lnTo>
                    <a:pt x="5841500" y="5168899"/>
                  </a:lnTo>
                  <a:lnTo>
                    <a:pt x="5808324" y="5206999"/>
                  </a:lnTo>
                  <a:lnTo>
                    <a:pt x="5774823" y="5232399"/>
                  </a:lnTo>
                  <a:lnTo>
                    <a:pt x="5741004" y="5270499"/>
                  </a:lnTo>
                  <a:lnTo>
                    <a:pt x="5672434" y="5321299"/>
                  </a:lnTo>
                  <a:lnTo>
                    <a:pt x="5637696" y="5359399"/>
                  </a:lnTo>
                  <a:lnTo>
                    <a:pt x="5531740" y="5435599"/>
                  </a:lnTo>
                  <a:lnTo>
                    <a:pt x="5495860" y="5473699"/>
                  </a:lnTo>
                  <a:lnTo>
                    <a:pt x="5423297" y="5524499"/>
                  </a:lnTo>
                  <a:lnTo>
                    <a:pt x="5386625" y="5537199"/>
                  </a:lnTo>
                  <a:lnTo>
                    <a:pt x="5275122" y="5613399"/>
                  </a:lnTo>
                  <a:lnTo>
                    <a:pt x="5237478" y="5626099"/>
                  </a:lnTo>
                  <a:lnTo>
                    <a:pt x="5161512" y="5676899"/>
                  </a:lnTo>
                  <a:lnTo>
                    <a:pt x="5123202" y="5689599"/>
                  </a:lnTo>
                  <a:lnTo>
                    <a:pt x="5084682" y="5714999"/>
                  </a:lnTo>
                  <a:lnTo>
                    <a:pt x="5007036" y="5740399"/>
                  </a:lnTo>
                  <a:lnTo>
                    <a:pt x="4967923" y="5765799"/>
                  </a:lnTo>
                  <a:lnTo>
                    <a:pt x="4689262" y="5854699"/>
                  </a:lnTo>
                  <a:lnTo>
                    <a:pt x="4648831" y="5854699"/>
                  </a:lnTo>
                  <a:lnTo>
                    <a:pt x="4526735" y="5892799"/>
                  </a:lnTo>
                  <a:close/>
                </a:path>
                <a:path w="6560820" h="5918200">
                  <a:moveTo>
                    <a:pt x="4932195" y="253999"/>
                  </a:moveTo>
                  <a:lnTo>
                    <a:pt x="4496115" y="253999"/>
                  </a:lnTo>
                  <a:lnTo>
                    <a:pt x="4543722" y="241299"/>
                  </a:lnTo>
                  <a:lnTo>
                    <a:pt x="4882934" y="241299"/>
                  </a:lnTo>
                  <a:lnTo>
                    <a:pt x="4932195" y="253999"/>
                  </a:lnTo>
                  <a:close/>
                </a:path>
                <a:path w="6560820" h="5918200">
                  <a:moveTo>
                    <a:pt x="5031274" y="266699"/>
                  </a:moveTo>
                  <a:lnTo>
                    <a:pt x="4401582" y="266699"/>
                  </a:lnTo>
                  <a:lnTo>
                    <a:pt x="4448734" y="253999"/>
                  </a:lnTo>
                  <a:lnTo>
                    <a:pt x="4981642" y="253999"/>
                  </a:lnTo>
                  <a:lnTo>
                    <a:pt x="5031274" y="266699"/>
                  </a:lnTo>
                  <a:close/>
                </a:path>
                <a:path w="6560820" h="5918200">
                  <a:moveTo>
                    <a:pt x="5641224" y="495299"/>
                  </a:moveTo>
                  <a:lnTo>
                    <a:pt x="3270109" y="495299"/>
                  </a:lnTo>
                  <a:lnTo>
                    <a:pt x="3309806" y="482599"/>
                  </a:lnTo>
                  <a:lnTo>
                    <a:pt x="3390216" y="482599"/>
                  </a:lnTo>
                  <a:lnTo>
                    <a:pt x="3471948" y="457199"/>
                  </a:lnTo>
                  <a:lnTo>
                    <a:pt x="3513301" y="457199"/>
                  </a:lnTo>
                  <a:lnTo>
                    <a:pt x="3596956" y="431799"/>
                  </a:lnTo>
                  <a:lnTo>
                    <a:pt x="3639250" y="431799"/>
                  </a:lnTo>
                  <a:lnTo>
                    <a:pt x="3767951" y="393699"/>
                  </a:lnTo>
                  <a:lnTo>
                    <a:pt x="3855223" y="380999"/>
                  </a:lnTo>
                  <a:lnTo>
                    <a:pt x="4078310" y="317499"/>
                  </a:lnTo>
                  <a:lnTo>
                    <a:pt x="4123735" y="317499"/>
                  </a:lnTo>
                  <a:lnTo>
                    <a:pt x="4261549" y="279399"/>
                  </a:lnTo>
                  <a:lnTo>
                    <a:pt x="4307986" y="279399"/>
                  </a:lnTo>
                  <a:lnTo>
                    <a:pt x="4354665" y="266699"/>
                  </a:lnTo>
                  <a:lnTo>
                    <a:pt x="5081085" y="266699"/>
                  </a:lnTo>
                  <a:lnTo>
                    <a:pt x="5231550" y="304799"/>
                  </a:lnTo>
                  <a:lnTo>
                    <a:pt x="5282036" y="330199"/>
                  </a:lnTo>
                  <a:lnTo>
                    <a:pt x="5332679" y="342899"/>
                  </a:lnTo>
                  <a:lnTo>
                    <a:pt x="5383477" y="368299"/>
                  </a:lnTo>
                  <a:lnTo>
                    <a:pt x="5434425" y="380999"/>
                  </a:lnTo>
                  <a:lnTo>
                    <a:pt x="5536753" y="431799"/>
                  </a:lnTo>
                  <a:lnTo>
                    <a:pt x="5567150" y="444499"/>
                  </a:lnTo>
                  <a:lnTo>
                    <a:pt x="5597122" y="469899"/>
                  </a:lnTo>
                  <a:lnTo>
                    <a:pt x="5626667" y="482599"/>
                  </a:lnTo>
                  <a:lnTo>
                    <a:pt x="5641224" y="495299"/>
                  </a:lnTo>
                  <a:close/>
                </a:path>
                <a:path w="6560820" h="5918200">
                  <a:moveTo>
                    <a:pt x="4444730" y="5905499"/>
                  </a:moveTo>
                  <a:lnTo>
                    <a:pt x="3777262" y="5905499"/>
                  </a:lnTo>
                  <a:lnTo>
                    <a:pt x="3735195" y="5892799"/>
                  </a:lnTo>
                  <a:lnTo>
                    <a:pt x="4485789" y="5892799"/>
                  </a:lnTo>
                  <a:lnTo>
                    <a:pt x="4444730" y="5905499"/>
                  </a:lnTo>
                  <a:close/>
                </a:path>
                <a:path w="6560820" h="5918200">
                  <a:moveTo>
                    <a:pt x="4337702" y="5918199"/>
                  </a:moveTo>
                  <a:lnTo>
                    <a:pt x="3844312" y="5918199"/>
                  </a:lnTo>
                  <a:lnTo>
                    <a:pt x="3819318" y="5905499"/>
                  </a:lnTo>
                  <a:lnTo>
                    <a:pt x="4362295" y="5905499"/>
                  </a:lnTo>
                  <a:lnTo>
                    <a:pt x="4337702" y="5918199"/>
                  </a:lnTo>
                  <a:close/>
                </a:path>
              </a:pathLst>
            </a:custGeom>
            <a:solidFill>
              <a:srgbClr val="CB5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631" y="1807288"/>
              <a:ext cx="6583627" cy="595114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369175" y="3696911"/>
            <a:ext cx="9119194" cy="62799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700" dirty="0">
                <a:solidFill>
                  <a:srgbClr val="CB5DFF"/>
                </a:solidFill>
                <a:latin typeface="Lucida Sans Unicode"/>
                <a:cs typeface="Lucida Sans Unicode"/>
              </a:rPr>
              <a:t>Results</a:t>
            </a:r>
            <a:r>
              <a:rPr sz="2700" spc="25" dirty="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sz="2700" spc="80" dirty="0">
                <a:solidFill>
                  <a:srgbClr val="CB5DFF"/>
                </a:solidFill>
                <a:latin typeface="Lucida Sans Unicode"/>
                <a:cs typeface="Lucida Sans Unicode"/>
              </a:rPr>
              <a:t>Achieved</a:t>
            </a:r>
            <a:endParaRPr sz="27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225"/>
              </a:spcBef>
            </a:pPr>
            <a:r>
              <a:rPr lang="en-IN" dirty="0">
                <a:solidFill>
                  <a:schemeClr val="bg2"/>
                </a:solidFill>
              </a:rPr>
              <a:t>Chatbot successfully accepts user input. </a:t>
            </a:r>
          </a:p>
          <a:p>
            <a:pPr>
              <a:lnSpc>
                <a:spcPct val="100000"/>
              </a:lnSpc>
              <a:spcBef>
                <a:spcPts val="2225"/>
              </a:spcBef>
            </a:pPr>
            <a:r>
              <a:rPr lang="en-IN" dirty="0">
                <a:solidFill>
                  <a:schemeClr val="bg2"/>
                </a:solidFill>
              </a:rPr>
              <a:t>Generates correct predefined responses.</a:t>
            </a:r>
          </a:p>
          <a:p>
            <a:pPr>
              <a:lnSpc>
                <a:spcPct val="100000"/>
              </a:lnSpc>
              <a:spcBef>
                <a:spcPts val="2225"/>
              </a:spcBef>
            </a:pPr>
            <a:r>
              <a:rPr lang="en-IN" dirty="0">
                <a:solidFill>
                  <a:schemeClr val="bg2"/>
                </a:solidFill>
              </a:rPr>
              <a:t> Runs successfully on the Django web server</a:t>
            </a:r>
            <a:r>
              <a:rPr lang="en-IN" dirty="0"/>
              <a:t>.</a:t>
            </a:r>
          </a:p>
          <a:p>
            <a:pPr>
              <a:lnSpc>
                <a:spcPct val="100000"/>
              </a:lnSpc>
              <a:spcBef>
                <a:spcPts val="2225"/>
              </a:spcBef>
            </a:pPr>
            <a:endParaRPr sz="15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700" spc="114" dirty="0">
                <a:solidFill>
                  <a:srgbClr val="CB5DFF"/>
                </a:solidFill>
                <a:latin typeface="Lucida Sans Unicode"/>
                <a:cs typeface="Lucida Sans Unicode"/>
              </a:rPr>
              <a:t>Advantages</a:t>
            </a:r>
            <a:endParaRPr sz="27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195"/>
              </a:spcBef>
            </a:pPr>
            <a:r>
              <a:rPr lang="en-IN" dirty="0">
                <a:solidFill>
                  <a:schemeClr val="bg2"/>
                </a:solidFill>
              </a:rPr>
              <a:t>Easy to use.</a:t>
            </a:r>
          </a:p>
          <a:p>
            <a:pPr>
              <a:lnSpc>
                <a:spcPct val="100000"/>
              </a:lnSpc>
              <a:spcBef>
                <a:spcPts val="2195"/>
              </a:spcBef>
            </a:pPr>
            <a:r>
              <a:rPr lang="en-IN" dirty="0">
                <a:solidFill>
                  <a:schemeClr val="bg2"/>
                </a:solidFill>
              </a:rPr>
              <a:t> Fast response time. Lightweight and low cost</a:t>
            </a:r>
            <a:r>
              <a:rPr lang="en-IN" dirty="0"/>
              <a:t>..</a:t>
            </a:r>
          </a:p>
          <a:p>
            <a:pPr>
              <a:lnSpc>
                <a:spcPct val="100000"/>
              </a:lnSpc>
              <a:spcBef>
                <a:spcPts val="2195"/>
              </a:spcBef>
            </a:pPr>
            <a:endParaRPr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700" spc="-10" dirty="0">
                <a:solidFill>
                  <a:srgbClr val="CB5DFF"/>
                </a:solidFill>
                <a:latin typeface="Lucida Sans Unicode"/>
                <a:cs typeface="Lucida Sans Unicode"/>
              </a:rPr>
              <a:t>Limitations</a:t>
            </a:r>
            <a:endParaRPr lang="en-IN" sz="2700" spc="-10" dirty="0">
              <a:solidFill>
                <a:srgbClr val="CB5DFF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endParaRPr lang="en-IN" sz="2700" spc="-10" dirty="0">
              <a:solidFill>
                <a:srgbClr val="CB5DFF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lang="en-IN" dirty="0">
                <a:solidFill>
                  <a:schemeClr val="bg2"/>
                </a:solidFill>
              </a:rPr>
              <a:t>Responds only to predefined questions. Does not understand complex sentences. No voice support</a:t>
            </a:r>
            <a:r>
              <a:rPr lang="en-IN" sz="2800" dirty="0">
                <a:solidFill>
                  <a:schemeClr val="bg2"/>
                </a:solidFill>
              </a:rPr>
              <a:t>.</a:t>
            </a:r>
            <a:endParaRPr sz="2700" dirty="0">
              <a:solidFill>
                <a:schemeClr val="bg2"/>
              </a:solidFill>
              <a:latin typeface="Lucida Sans Unicode"/>
              <a:cs typeface="Lucida Sans Unicode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800"/>
              </a:lnSpc>
            </a:pPr>
            <a:r>
              <a:rPr spc="180" dirty="0"/>
              <a:t>Results,</a:t>
            </a:r>
            <a:r>
              <a:rPr spc="-370" dirty="0"/>
              <a:t> </a:t>
            </a:r>
            <a:r>
              <a:rPr spc="455" dirty="0"/>
              <a:t>Advantages, </a:t>
            </a:r>
            <a:r>
              <a:rPr spc="655" dirty="0">
                <a:solidFill>
                  <a:srgbClr val="CB5DFF"/>
                </a:solidFill>
              </a:rPr>
              <a:t>and</a:t>
            </a:r>
            <a:r>
              <a:rPr spc="-385" dirty="0">
                <a:solidFill>
                  <a:srgbClr val="CB5DFF"/>
                </a:solidFill>
              </a:rPr>
              <a:t> </a:t>
            </a:r>
            <a:r>
              <a:rPr spc="225" dirty="0">
                <a:solidFill>
                  <a:srgbClr val="CB5DFF"/>
                </a:solidFill>
              </a:rPr>
              <a:t>Limitations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6920" y="764900"/>
            <a:ext cx="7635240" cy="6706870"/>
            <a:chOff x="9566920" y="764900"/>
            <a:chExt cx="7635240" cy="6706870"/>
          </a:xfrm>
        </p:grpSpPr>
        <p:sp>
          <p:nvSpPr>
            <p:cNvPr id="3" name="object 3"/>
            <p:cNvSpPr/>
            <p:nvPr/>
          </p:nvSpPr>
          <p:spPr>
            <a:xfrm>
              <a:off x="10068973" y="1045314"/>
              <a:ext cx="6637020" cy="6426200"/>
            </a:xfrm>
            <a:custGeom>
              <a:avLst/>
              <a:gdLst/>
              <a:ahLst/>
              <a:cxnLst/>
              <a:rect l="l" t="t" r="r" b="b"/>
              <a:pathLst>
                <a:path w="6637019" h="6426200">
                  <a:moveTo>
                    <a:pt x="2702068" y="12700"/>
                  </a:moveTo>
                  <a:lnTo>
                    <a:pt x="1437034" y="12700"/>
                  </a:lnTo>
                  <a:lnTo>
                    <a:pt x="1485672" y="0"/>
                  </a:lnTo>
                  <a:lnTo>
                    <a:pt x="2646753" y="0"/>
                  </a:lnTo>
                  <a:lnTo>
                    <a:pt x="2702068" y="12700"/>
                  </a:lnTo>
                  <a:close/>
                </a:path>
                <a:path w="6637019" h="6426200">
                  <a:moveTo>
                    <a:pt x="2923975" y="25400"/>
                  </a:moveTo>
                  <a:lnTo>
                    <a:pt x="1294180" y="25400"/>
                  </a:lnTo>
                  <a:lnTo>
                    <a:pt x="1341270" y="12700"/>
                  </a:lnTo>
                  <a:lnTo>
                    <a:pt x="2868436" y="12700"/>
                  </a:lnTo>
                  <a:lnTo>
                    <a:pt x="2923975" y="25400"/>
                  </a:lnTo>
                  <a:close/>
                </a:path>
                <a:path w="6637019" h="6426200">
                  <a:moveTo>
                    <a:pt x="3090595" y="38100"/>
                  </a:moveTo>
                  <a:lnTo>
                    <a:pt x="1201670" y="38100"/>
                  </a:lnTo>
                  <a:lnTo>
                    <a:pt x="1247641" y="25400"/>
                  </a:lnTo>
                  <a:lnTo>
                    <a:pt x="3035072" y="25400"/>
                  </a:lnTo>
                  <a:lnTo>
                    <a:pt x="3090595" y="38100"/>
                  </a:lnTo>
                  <a:close/>
                </a:path>
                <a:path w="6637019" h="6426200">
                  <a:moveTo>
                    <a:pt x="3256857" y="50800"/>
                  </a:moveTo>
                  <a:lnTo>
                    <a:pt x="1111503" y="50800"/>
                  </a:lnTo>
                  <a:lnTo>
                    <a:pt x="1156285" y="38100"/>
                  </a:lnTo>
                  <a:lnTo>
                    <a:pt x="3201505" y="38100"/>
                  </a:lnTo>
                  <a:lnTo>
                    <a:pt x="3256857" y="50800"/>
                  </a:lnTo>
                  <a:close/>
                </a:path>
                <a:path w="6637019" h="6426200">
                  <a:moveTo>
                    <a:pt x="3367267" y="63500"/>
                  </a:moveTo>
                  <a:lnTo>
                    <a:pt x="1023818" y="63500"/>
                  </a:lnTo>
                  <a:lnTo>
                    <a:pt x="1067341" y="50800"/>
                  </a:lnTo>
                  <a:lnTo>
                    <a:pt x="3312116" y="50800"/>
                  </a:lnTo>
                  <a:lnTo>
                    <a:pt x="3367267" y="63500"/>
                  </a:lnTo>
                  <a:close/>
                </a:path>
                <a:path w="6637019" h="6426200">
                  <a:moveTo>
                    <a:pt x="3640771" y="88900"/>
                  </a:moveTo>
                  <a:lnTo>
                    <a:pt x="897247" y="88900"/>
                  </a:lnTo>
                  <a:lnTo>
                    <a:pt x="980949" y="63500"/>
                  </a:lnTo>
                  <a:lnTo>
                    <a:pt x="3477170" y="63500"/>
                  </a:lnTo>
                  <a:lnTo>
                    <a:pt x="3531889" y="76200"/>
                  </a:lnTo>
                  <a:lnTo>
                    <a:pt x="3586428" y="76200"/>
                  </a:lnTo>
                  <a:lnTo>
                    <a:pt x="3640771" y="88900"/>
                  </a:lnTo>
                  <a:close/>
                </a:path>
                <a:path w="6637019" h="6426200">
                  <a:moveTo>
                    <a:pt x="2200697" y="6413500"/>
                  </a:moveTo>
                  <a:lnTo>
                    <a:pt x="1642045" y="6413500"/>
                  </a:lnTo>
                  <a:lnTo>
                    <a:pt x="1564851" y="6388100"/>
                  </a:lnTo>
                  <a:lnTo>
                    <a:pt x="1526710" y="6388100"/>
                  </a:lnTo>
                  <a:lnTo>
                    <a:pt x="1341557" y="6324600"/>
                  </a:lnTo>
                  <a:lnTo>
                    <a:pt x="1235802" y="6286500"/>
                  </a:lnTo>
                  <a:lnTo>
                    <a:pt x="1201589" y="6261100"/>
                  </a:lnTo>
                  <a:lnTo>
                    <a:pt x="1134869" y="6235700"/>
                  </a:lnTo>
                  <a:lnTo>
                    <a:pt x="1102412" y="6210300"/>
                  </a:lnTo>
                  <a:lnTo>
                    <a:pt x="1070590" y="6184900"/>
                  </a:lnTo>
                  <a:lnTo>
                    <a:pt x="1039428" y="6172200"/>
                  </a:lnTo>
                  <a:lnTo>
                    <a:pt x="1008950" y="6146800"/>
                  </a:lnTo>
                  <a:lnTo>
                    <a:pt x="979183" y="6121400"/>
                  </a:lnTo>
                  <a:lnTo>
                    <a:pt x="950149" y="6096000"/>
                  </a:lnTo>
                  <a:lnTo>
                    <a:pt x="894384" y="6045200"/>
                  </a:lnTo>
                  <a:lnTo>
                    <a:pt x="841855" y="5994400"/>
                  </a:lnTo>
                  <a:lnTo>
                    <a:pt x="792760" y="5943600"/>
                  </a:lnTo>
                  <a:lnTo>
                    <a:pt x="769562" y="5905500"/>
                  </a:lnTo>
                  <a:lnTo>
                    <a:pt x="747297" y="5880100"/>
                  </a:lnTo>
                  <a:lnTo>
                    <a:pt x="725990" y="5842000"/>
                  </a:lnTo>
                  <a:lnTo>
                    <a:pt x="705666" y="5816600"/>
                  </a:lnTo>
                  <a:lnTo>
                    <a:pt x="686349" y="5778500"/>
                  </a:lnTo>
                  <a:lnTo>
                    <a:pt x="668064" y="5740400"/>
                  </a:lnTo>
                  <a:lnTo>
                    <a:pt x="650836" y="5715000"/>
                  </a:lnTo>
                  <a:lnTo>
                    <a:pt x="634691" y="5676900"/>
                  </a:lnTo>
                  <a:lnTo>
                    <a:pt x="619652" y="5638800"/>
                  </a:lnTo>
                  <a:lnTo>
                    <a:pt x="605745" y="5600700"/>
                  </a:lnTo>
                  <a:lnTo>
                    <a:pt x="592994" y="5562600"/>
                  </a:lnTo>
                  <a:lnTo>
                    <a:pt x="581425" y="5524500"/>
                  </a:lnTo>
                  <a:lnTo>
                    <a:pt x="571061" y="5473700"/>
                  </a:lnTo>
                  <a:lnTo>
                    <a:pt x="561929" y="5435600"/>
                  </a:lnTo>
                  <a:lnTo>
                    <a:pt x="554052" y="5397500"/>
                  </a:lnTo>
                  <a:lnTo>
                    <a:pt x="547456" y="5346700"/>
                  </a:lnTo>
                  <a:lnTo>
                    <a:pt x="542166" y="5308600"/>
                  </a:lnTo>
                  <a:lnTo>
                    <a:pt x="538205" y="5257800"/>
                  </a:lnTo>
                  <a:lnTo>
                    <a:pt x="535600" y="5219700"/>
                  </a:lnTo>
                  <a:lnTo>
                    <a:pt x="534374" y="5168900"/>
                  </a:lnTo>
                  <a:lnTo>
                    <a:pt x="534464" y="5143500"/>
                  </a:lnTo>
                  <a:lnTo>
                    <a:pt x="536162" y="5080000"/>
                  </a:lnTo>
                  <a:lnTo>
                    <a:pt x="539225" y="5029200"/>
                  </a:lnTo>
                  <a:lnTo>
                    <a:pt x="543767" y="4978400"/>
                  </a:lnTo>
                  <a:lnTo>
                    <a:pt x="549814" y="4927600"/>
                  </a:lnTo>
                  <a:lnTo>
                    <a:pt x="557389" y="4876800"/>
                  </a:lnTo>
                  <a:lnTo>
                    <a:pt x="566518" y="4826000"/>
                  </a:lnTo>
                  <a:lnTo>
                    <a:pt x="577225" y="4762500"/>
                  </a:lnTo>
                  <a:lnTo>
                    <a:pt x="589536" y="4711700"/>
                  </a:lnTo>
                  <a:lnTo>
                    <a:pt x="603475" y="4660900"/>
                  </a:lnTo>
                  <a:lnTo>
                    <a:pt x="619067" y="4597400"/>
                  </a:lnTo>
                  <a:lnTo>
                    <a:pt x="631433" y="4559300"/>
                  </a:lnTo>
                  <a:lnTo>
                    <a:pt x="642588" y="4508500"/>
                  </a:lnTo>
                  <a:lnTo>
                    <a:pt x="652559" y="4470400"/>
                  </a:lnTo>
                  <a:lnTo>
                    <a:pt x="661373" y="4419600"/>
                  </a:lnTo>
                  <a:lnTo>
                    <a:pt x="669056" y="4368800"/>
                  </a:lnTo>
                  <a:lnTo>
                    <a:pt x="675636" y="4330700"/>
                  </a:lnTo>
                  <a:lnTo>
                    <a:pt x="681140" y="4279900"/>
                  </a:lnTo>
                  <a:lnTo>
                    <a:pt x="685594" y="4229100"/>
                  </a:lnTo>
                  <a:lnTo>
                    <a:pt x="689027" y="4191000"/>
                  </a:lnTo>
                  <a:lnTo>
                    <a:pt x="691464" y="4140200"/>
                  </a:lnTo>
                  <a:lnTo>
                    <a:pt x="692933" y="4089400"/>
                  </a:lnTo>
                  <a:lnTo>
                    <a:pt x="693461" y="4038600"/>
                  </a:lnTo>
                  <a:lnTo>
                    <a:pt x="693074" y="4000500"/>
                  </a:lnTo>
                  <a:lnTo>
                    <a:pt x="691801" y="3949700"/>
                  </a:lnTo>
                  <a:lnTo>
                    <a:pt x="689667" y="3898900"/>
                  </a:lnTo>
                  <a:lnTo>
                    <a:pt x="686700" y="3848100"/>
                  </a:lnTo>
                  <a:lnTo>
                    <a:pt x="682927" y="3810000"/>
                  </a:lnTo>
                  <a:lnTo>
                    <a:pt x="678375" y="3759200"/>
                  </a:lnTo>
                  <a:lnTo>
                    <a:pt x="673071" y="3708400"/>
                  </a:lnTo>
                  <a:lnTo>
                    <a:pt x="667042" y="3657600"/>
                  </a:lnTo>
                  <a:lnTo>
                    <a:pt x="660314" y="3606800"/>
                  </a:lnTo>
                  <a:lnTo>
                    <a:pt x="652916" y="3556000"/>
                  </a:lnTo>
                  <a:lnTo>
                    <a:pt x="644873" y="3517900"/>
                  </a:lnTo>
                  <a:lnTo>
                    <a:pt x="636214" y="3467100"/>
                  </a:lnTo>
                  <a:lnTo>
                    <a:pt x="626965" y="3416300"/>
                  </a:lnTo>
                  <a:lnTo>
                    <a:pt x="617152" y="3365500"/>
                  </a:lnTo>
                  <a:lnTo>
                    <a:pt x="606804" y="3314700"/>
                  </a:lnTo>
                  <a:lnTo>
                    <a:pt x="595946" y="3263900"/>
                  </a:lnTo>
                  <a:lnTo>
                    <a:pt x="584607" y="3213100"/>
                  </a:lnTo>
                  <a:lnTo>
                    <a:pt x="572812" y="3175000"/>
                  </a:lnTo>
                  <a:lnTo>
                    <a:pt x="560590" y="3124200"/>
                  </a:lnTo>
                  <a:lnTo>
                    <a:pt x="547967" y="3073400"/>
                  </a:lnTo>
                  <a:lnTo>
                    <a:pt x="534970" y="3022600"/>
                  </a:lnTo>
                  <a:lnTo>
                    <a:pt x="521625" y="2971800"/>
                  </a:lnTo>
                  <a:lnTo>
                    <a:pt x="507961" y="2921000"/>
                  </a:lnTo>
                  <a:lnTo>
                    <a:pt x="494005" y="2870200"/>
                  </a:lnTo>
                  <a:lnTo>
                    <a:pt x="479782" y="2832100"/>
                  </a:lnTo>
                  <a:lnTo>
                    <a:pt x="465320" y="2781300"/>
                  </a:lnTo>
                  <a:lnTo>
                    <a:pt x="450647" y="2730500"/>
                  </a:lnTo>
                  <a:lnTo>
                    <a:pt x="435789" y="2679700"/>
                  </a:lnTo>
                  <a:lnTo>
                    <a:pt x="420773" y="2628900"/>
                  </a:lnTo>
                  <a:lnTo>
                    <a:pt x="405626" y="2578100"/>
                  </a:lnTo>
                  <a:lnTo>
                    <a:pt x="390375" y="2527300"/>
                  </a:lnTo>
                  <a:lnTo>
                    <a:pt x="375047" y="2489200"/>
                  </a:lnTo>
                  <a:lnTo>
                    <a:pt x="344270" y="2387600"/>
                  </a:lnTo>
                  <a:lnTo>
                    <a:pt x="298204" y="2247900"/>
                  </a:lnTo>
                  <a:lnTo>
                    <a:pt x="282983" y="2197100"/>
                  </a:lnTo>
                  <a:lnTo>
                    <a:pt x="267874" y="2146300"/>
                  </a:lnTo>
                  <a:lnTo>
                    <a:pt x="252905" y="2108200"/>
                  </a:lnTo>
                  <a:lnTo>
                    <a:pt x="238102" y="2057400"/>
                  </a:lnTo>
                  <a:lnTo>
                    <a:pt x="223493" y="2006600"/>
                  </a:lnTo>
                  <a:lnTo>
                    <a:pt x="209103" y="1968500"/>
                  </a:lnTo>
                  <a:lnTo>
                    <a:pt x="194961" y="1917700"/>
                  </a:lnTo>
                  <a:lnTo>
                    <a:pt x="181094" y="1866900"/>
                  </a:lnTo>
                  <a:lnTo>
                    <a:pt x="167528" y="1828800"/>
                  </a:lnTo>
                  <a:lnTo>
                    <a:pt x="154290" y="1778000"/>
                  </a:lnTo>
                  <a:lnTo>
                    <a:pt x="141408" y="1727200"/>
                  </a:lnTo>
                  <a:lnTo>
                    <a:pt x="128908" y="1689100"/>
                  </a:lnTo>
                  <a:lnTo>
                    <a:pt x="116818" y="1638300"/>
                  </a:lnTo>
                  <a:lnTo>
                    <a:pt x="105164" y="1600200"/>
                  </a:lnTo>
                  <a:lnTo>
                    <a:pt x="93973" y="1549400"/>
                  </a:lnTo>
                  <a:lnTo>
                    <a:pt x="83273" y="1511300"/>
                  </a:lnTo>
                  <a:lnTo>
                    <a:pt x="73091" y="1460500"/>
                  </a:lnTo>
                  <a:lnTo>
                    <a:pt x="63453" y="1422400"/>
                  </a:lnTo>
                  <a:lnTo>
                    <a:pt x="54386" y="1384300"/>
                  </a:lnTo>
                  <a:lnTo>
                    <a:pt x="45918" y="1333500"/>
                  </a:lnTo>
                  <a:lnTo>
                    <a:pt x="38076" y="1295400"/>
                  </a:lnTo>
                  <a:lnTo>
                    <a:pt x="30886" y="1257300"/>
                  </a:lnTo>
                  <a:lnTo>
                    <a:pt x="24376" y="1206500"/>
                  </a:lnTo>
                  <a:lnTo>
                    <a:pt x="18572" y="1168400"/>
                  </a:lnTo>
                  <a:lnTo>
                    <a:pt x="13502" y="1130300"/>
                  </a:lnTo>
                  <a:lnTo>
                    <a:pt x="9192" y="1092200"/>
                  </a:lnTo>
                  <a:lnTo>
                    <a:pt x="5671" y="1041400"/>
                  </a:lnTo>
                  <a:lnTo>
                    <a:pt x="2963" y="1003300"/>
                  </a:lnTo>
                  <a:lnTo>
                    <a:pt x="1098" y="965200"/>
                  </a:lnTo>
                  <a:lnTo>
                    <a:pt x="101" y="927100"/>
                  </a:lnTo>
                  <a:lnTo>
                    <a:pt x="0" y="889000"/>
                  </a:lnTo>
                  <a:lnTo>
                    <a:pt x="821" y="850900"/>
                  </a:lnTo>
                  <a:lnTo>
                    <a:pt x="2592" y="812800"/>
                  </a:lnTo>
                  <a:lnTo>
                    <a:pt x="5340" y="774700"/>
                  </a:lnTo>
                  <a:lnTo>
                    <a:pt x="9103" y="749300"/>
                  </a:lnTo>
                  <a:lnTo>
                    <a:pt x="14200" y="723900"/>
                  </a:lnTo>
                  <a:lnTo>
                    <a:pt x="20612" y="685800"/>
                  </a:lnTo>
                  <a:lnTo>
                    <a:pt x="37312" y="635000"/>
                  </a:lnTo>
                  <a:lnTo>
                    <a:pt x="59066" y="584200"/>
                  </a:lnTo>
                  <a:lnTo>
                    <a:pt x="85734" y="533400"/>
                  </a:lnTo>
                  <a:lnTo>
                    <a:pt x="117178" y="482600"/>
                  </a:lnTo>
                  <a:lnTo>
                    <a:pt x="134647" y="469900"/>
                  </a:lnTo>
                  <a:lnTo>
                    <a:pt x="153257" y="444500"/>
                  </a:lnTo>
                  <a:lnTo>
                    <a:pt x="172992" y="419100"/>
                  </a:lnTo>
                  <a:lnTo>
                    <a:pt x="193834" y="406400"/>
                  </a:lnTo>
                  <a:lnTo>
                    <a:pt x="215766" y="381000"/>
                  </a:lnTo>
                  <a:lnTo>
                    <a:pt x="238770" y="368300"/>
                  </a:lnTo>
                  <a:lnTo>
                    <a:pt x="262828" y="342900"/>
                  </a:lnTo>
                  <a:lnTo>
                    <a:pt x="287924" y="330200"/>
                  </a:lnTo>
                  <a:lnTo>
                    <a:pt x="314040" y="304800"/>
                  </a:lnTo>
                  <a:lnTo>
                    <a:pt x="341159" y="292100"/>
                  </a:lnTo>
                  <a:lnTo>
                    <a:pt x="369263" y="279400"/>
                  </a:lnTo>
                  <a:lnTo>
                    <a:pt x="398335" y="254000"/>
                  </a:lnTo>
                  <a:lnTo>
                    <a:pt x="459313" y="228600"/>
                  </a:lnTo>
                  <a:lnTo>
                    <a:pt x="523955" y="203200"/>
                  </a:lnTo>
                  <a:lnTo>
                    <a:pt x="592121" y="177800"/>
                  </a:lnTo>
                  <a:lnTo>
                    <a:pt x="663672" y="152400"/>
                  </a:lnTo>
                  <a:lnTo>
                    <a:pt x="738469" y="127000"/>
                  </a:lnTo>
                  <a:lnTo>
                    <a:pt x="856448" y="88900"/>
                  </a:lnTo>
                  <a:lnTo>
                    <a:pt x="3694901" y="88900"/>
                  </a:lnTo>
                  <a:lnTo>
                    <a:pt x="3748800" y="101600"/>
                  </a:lnTo>
                  <a:lnTo>
                    <a:pt x="3802450" y="101600"/>
                  </a:lnTo>
                  <a:lnTo>
                    <a:pt x="3855835" y="114300"/>
                  </a:lnTo>
                  <a:lnTo>
                    <a:pt x="3908936" y="114300"/>
                  </a:lnTo>
                  <a:lnTo>
                    <a:pt x="3961737" y="127000"/>
                  </a:lnTo>
                  <a:lnTo>
                    <a:pt x="4014221" y="127000"/>
                  </a:lnTo>
                  <a:lnTo>
                    <a:pt x="4066369" y="139700"/>
                  </a:lnTo>
                  <a:lnTo>
                    <a:pt x="4118164" y="139700"/>
                  </a:lnTo>
                  <a:lnTo>
                    <a:pt x="4169590" y="152400"/>
                  </a:lnTo>
                  <a:lnTo>
                    <a:pt x="4207095" y="152400"/>
                  </a:lnTo>
                  <a:lnTo>
                    <a:pt x="4244710" y="165100"/>
                  </a:lnTo>
                  <a:lnTo>
                    <a:pt x="4282424" y="165100"/>
                  </a:lnTo>
                  <a:lnTo>
                    <a:pt x="4320226" y="177800"/>
                  </a:lnTo>
                  <a:lnTo>
                    <a:pt x="4358104" y="177800"/>
                  </a:lnTo>
                  <a:lnTo>
                    <a:pt x="4396046" y="190500"/>
                  </a:lnTo>
                  <a:lnTo>
                    <a:pt x="4434041" y="190500"/>
                  </a:lnTo>
                  <a:lnTo>
                    <a:pt x="4472078" y="203200"/>
                  </a:lnTo>
                  <a:lnTo>
                    <a:pt x="4510144" y="203200"/>
                  </a:lnTo>
                  <a:lnTo>
                    <a:pt x="4548229" y="215900"/>
                  </a:lnTo>
                  <a:lnTo>
                    <a:pt x="4586321" y="215900"/>
                  </a:lnTo>
                  <a:lnTo>
                    <a:pt x="4624408" y="228600"/>
                  </a:lnTo>
                  <a:lnTo>
                    <a:pt x="4662479" y="228600"/>
                  </a:lnTo>
                  <a:lnTo>
                    <a:pt x="4738526" y="254000"/>
                  </a:lnTo>
                  <a:lnTo>
                    <a:pt x="4776479" y="254000"/>
                  </a:lnTo>
                  <a:lnTo>
                    <a:pt x="4852188" y="279400"/>
                  </a:lnTo>
                  <a:lnTo>
                    <a:pt x="4889920" y="279400"/>
                  </a:lnTo>
                  <a:lnTo>
                    <a:pt x="5002490" y="317500"/>
                  </a:lnTo>
                  <a:lnTo>
                    <a:pt x="5039766" y="317500"/>
                  </a:lnTo>
                  <a:lnTo>
                    <a:pt x="5331865" y="419100"/>
                  </a:lnTo>
                  <a:lnTo>
                    <a:pt x="5575320" y="508000"/>
                  </a:lnTo>
                  <a:lnTo>
                    <a:pt x="5608930" y="533400"/>
                  </a:lnTo>
                  <a:lnTo>
                    <a:pt x="5675156" y="558800"/>
                  </a:lnTo>
                  <a:lnTo>
                    <a:pt x="5707749" y="584200"/>
                  </a:lnTo>
                  <a:lnTo>
                    <a:pt x="5771840" y="609600"/>
                  </a:lnTo>
                  <a:lnTo>
                    <a:pt x="5803315" y="635000"/>
                  </a:lnTo>
                  <a:lnTo>
                    <a:pt x="5834393" y="647700"/>
                  </a:lnTo>
                  <a:lnTo>
                    <a:pt x="5865063" y="673100"/>
                  </a:lnTo>
                  <a:lnTo>
                    <a:pt x="5895315" y="685800"/>
                  </a:lnTo>
                  <a:lnTo>
                    <a:pt x="5925135" y="711200"/>
                  </a:lnTo>
                  <a:lnTo>
                    <a:pt x="5954514" y="723900"/>
                  </a:lnTo>
                  <a:lnTo>
                    <a:pt x="5983439" y="749300"/>
                  </a:lnTo>
                  <a:lnTo>
                    <a:pt x="6011898" y="774700"/>
                  </a:lnTo>
                  <a:lnTo>
                    <a:pt x="6039881" y="800100"/>
                  </a:lnTo>
                  <a:lnTo>
                    <a:pt x="6067376" y="812800"/>
                  </a:lnTo>
                  <a:lnTo>
                    <a:pt x="6120854" y="863600"/>
                  </a:lnTo>
                  <a:lnTo>
                    <a:pt x="6172242" y="914400"/>
                  </a:lnTo>
                  <a:lnTo>
                    <a:pt x="6221446" y="965200"/>
                  </a:lnTo>
                  <a:lnTo>
                    <a:pt x="6268375" y="1016000"/>
                  </a:lnTo>
                  <a:lnTo>
                    <a:pt x="6312936" y="1066800"/>
                  </a:lnTo>
                  <a:lnTo>
                    <a:pt x="6355037" y="1130300"/>
                  </a:lnTo>
                  <a:lnTo>
                    <a:pt x="6375137" y="1155700"/>
                  </a:lnTo>
                  <a:lnTo>
                    <a:pt x="6394587" y="1181100"/>
                  </a:lnTo>
                  <a:lnTo>
                    <a:pt x="6413377" y="1219200"/>
                  </a:lnTo>
                  <a:lnTo>
                    <a:pt x="6431493" y="1244600"/>
                  </a:lnTo>
                  <a:lnTo>
                    <a:pt x="6448926" y="1282700"/>
                  </a:lnTo>
                  <a:lnTo>
                    <a:pt x="6465664" y="1308100"/>
                  </a:lnTo>
                  <a:lnTo>
                    <a:pt x="6481694" y="1346200"/>
                  </a:lnTo>
                  <a:lnTo>
                    <a:pt x="6497006" y="1371600"/>
                  </a:lnTo>
                  <a:lnTo>
                    <a:pt x="6511587" y="1409700"/>
                  </a:lnTo>
                  <a:lnTo>
                    <a:pt x="6525428" y="1447800"/>
                  </a:lnTo>
                  <a:lnTo>
                    <a:pt x="6538515" y="1473200"/>
                  </a:lnTo>
                  <a:lnTo>
                    <a:pt x="6550837" y="1511300"/>
                  </a:lnTo>
                  <a:lnTo>
                    <a:pt x="6562384" y="1549400"/>
                  </a:lnTo>
                  <a:lnTo>
                    <a:pt x="6573142" y="1587500"/>
                  </a:lnTo>
                  <a:lnTo>
                    <a:pt x="6583102" y="1625600"/>
                  </a:lnTo>
                  <a:lnTo>
                    <a:pt x="6592251" y="1663700"/>
                  </a:lnTo>
                  <a:lnTo>
                    <a:pt x="6600578" y="1701800"/>
                  </a:lnTo>
                  <a:lnTo>
                    <a:pt x="6608071" y="1739900"/>
                  </a:lnTo>
                  <a:lnTo>
                    <a:pt x="6614719" y="1790700"/>
                  </a:lnTo>
                  <a:lnTo>
                    <a:pt x="6620511" y="1828800"/>
                  </a:lnTo>
                  <a:lnTo>
                    <a:pt x="6625434" y="1866900"/>
                  </a:lnTo>
                  <a:lnTo>
                    <a:pt x="6629477" y="1905000"/>
                  </a:lnTo>
                  <a:lnTo>
                    <a:pt x="6632629" y="1955800"/>
                  </a:lnTo>
                  <a:lnTo>
                    <a:pt x="6634879" y="1993900"/>
                  </a:lnTo>
                  <a:lnTo>
                    <a:pt x="6636214" y="2044700"/>
                  </a:lnTo>
                  <a:lnTo>
                    <a:pt x="6636623" y="2082800"/>
                  </a:lnTo>
                  <a:lnTo>
                    <a:pt x="6636095" y="2133600"/>
                  </a:lnTo>
                  <a:lnTo>
                    <a:pt x="6634618" y="2184400"/>
                  </a:lnTo>
                  <a:lnTo>
                    <a:pt x="6632181" y="2222500"/>
                  </a:lnTo>
                  <a:lnTo>
                    <a:pt x="6628772" y="2273300"/>
                  </a:lnTo>
                  <a:lnTo>
                    <a:pt x="6624380" y="2324100"/>
                  </a:lnTo>
                  <a:lnTo>
                    <a:pt x="6618993" y="2374900"/>
                  </a:lnTo>
                  <a:lnTo>
                    <a:pt x="6612599" y="2425700"/>
                  </a:lnTo>
                  <a:lnTo>
                    <a:pt x="6605187" y="2476500"/>
                  </a:lnTo>
                  <a:lnTo>
                    <a:pt x="6596747" y="2527300"/>
                  </a:lnTo>
                  <a:lnTo>
                    <a:pt x="6587265" y="2578100"/>
                  </a:lnTo>
                  <a:lnTo>
                    <a:pt x="6576730" y="2641600"/>
                  </a:lnTo>
                  <a:lnTo>
                    <a:pt x="6565132" y="2692400"/>
                  </a:lnTo>
                  <a:lnTo>
                    <a:pt x="6552458" y="2743200"/>
                  </a:lnTo>
                  <a:lnTo>
                    <a:pt x="6538698" y="2806700"/>
                  </a:lnTo>
                  <a:lnTo>
                    <a:pt x="6523839" y="2857500"/>
                  </a:lnTo>
                  <a:lnTo>
                    <a:pt x="6507869" y="2921000"/>
                  </a:lnTo>
                  <a:lnTo>
                    <a:pt x="6490779" y="2971800"/>
                  </a:lnTo>
                  <a:lnTo>
                    <a:pt x="6472555" y="3035300"/>
                  </a:lnTo>
                  <a:lnTo>
                    <a:pt x="6453187" y="3098800"/>
                  </a:lnTo>
                  <a:lnTo>
                    <a:pt x="6432662" y="3162300"/>
                  </a:lnTo>
                  <a:lnTo>
                    <a:pt x="6410970" y="3225800"/>
                  </a:lnTo>
                  <a:lnTo>
                    <a:pt x="6388099" y="3276600"/>
                  </a:lnTo>
                  <a:lnTo>
                    <a:pt x="6361581" y="3340100"/>
                  </a:lnTo>
                  <a:lnTo>
                    <a:pt x="6334573" y="3403600"/>
                  </a:lnTo>
                  <a:lnTo>
                    <a:pt x="6307086" y="3467100"/>
                  </a:lnTo>
                  <a:lnTo>
                    <a:pt x="6279127" y="3530600"/>
                  </a:lnTo>
                  <a:lnTo>
                    <a:pt x="6250706" y="3594100"/>
                  </a:lnTo>
                  <a:lnTo>
                    <a:pt x="6221831" y="3644900"/>
                  </a:lnTo>
                  <a:lnTo>
                    <a:pt x="6192512" y="3708400"/>
                  </a:lnTo>
                  <a:lnTo>
                    <a:pt x="6162756" y="3759200"/>
                  </a:lnTo>
                  <a:lnTo>
                    <a:pt x="6132573" y="3822700"/>
                  </a:lnTo>
                  <a:lnTo>
                    <a:pt x="6101971" y="3873500"/>
                  </a:lnTo>
                  <a:lnTo>
                    <a:pt x="6070960" y="3937000"/>
                  </a:lnTo>
                  <a:lnTo>
                    <a:pt x="6039548" y="3987800"/>
                  </a:lnTo>
                  <a:lnTo>
                    <a:pt x="6007744" y="4038600"/>
                  </a:lnTo>
                  <a:lnTo>
                    <a:pt x="5975557" y="4089400"/>
                  </a:lnTo>
                  <a:lnTo>
                    <a:pt x="5942995" y="4140200"/>
                  </a:lnTo>
                  <a:lnTo>
                    <a:pt x="5910068" y="4191000"/>
                  </a:lnTo>
                  <a:lnTo>
                    <a:pt x="5876784" y="4241800"/>
                  </a:lnTo>
                  <a:lnTo>
                    <a:pt x="5843152" y="4292600"/>
                  </a:lnTo>
                  <a:lnTo>
                    <a:pt x="5809181" y="4343400"/>
                  </a:lnTo>
                  <a:lnTo>
                    <a:pt x="5774880" y="4381500"/>
                  </a:lnTo>
                  <a:lnTo>
                    <a:pt x="5740257" y="4432300"/>
                  </a:lnTo>
                  <a:lnTo>
                    <a:pt x="5705321" y="4483100"/>
                  </a:lnTo>
                  <a:lnTo>
                    <a:pt x="5670082" y="4521200"/>
                  </a:lnTo>
                  <a:lnTo>
                    <a:pt x="5634547" y="4572000"/>
                  </a:lnTo>
                  <a:lnTo>
                    <a:pt x="5562627" y="4648200"/>
                  </a:lnTo>
                  <a:lnTo>
                    <a:pt x="5526260" y="4699000"/>
                  </a:lnTo>
                  <a:lnTo>
                    <a:pt x="5489633" y="4737100"/>
                  </a:lnTo>
                  <a:lnTo>
                    <a:pt x="5378281" y="4851400"/>
                  </a:lnTo>
                  <a:lnTo>
                    <a:pt x="5264907" y="4965700"/>
                  </a:lnTo>
                  <a:lnTo>
                    <a:pt x="5149749" y="5080000"/>
                  </a:lnTo>
                  <a:lnTo>
                    <a:pt x="5111007" y="5105400"/>
                  </a:lnTo>
                  <a:lnTo>
                    <a:pt x="5033045" y="5181600"/>
                  </a:lnTo>
                  <a:lnTo>
                    <a:pt x="4993841" y="5207000"/>
                  </a:lnTo>
                  <a:lnTo>
                    <a:pt x="4954501" y="5245100"/>
                  </a:lnTo>
                  <a:lnTo>
                    <a:pt x="4875445" y="5295900"/>
                  </a:lnTo>
                  <a:lnTo>
                    <a:pt x="4835748" y="5334000"/>
                  </a:lnTo>
                  <a:lnTo>
                    <a:pt x="4756059" y="5384800"/>
                  </a:lnTo>
                  <a:lnTo>
                    <a:pt x="4716084" y="5422900"/>
                  </a:lnTo>
                  <a:lnTo>
                    <a:pt x="4354000" y="5651500"/>
                  </a:lnTo>
                  <a:lnTo>
                    <a:pt x="4313673" y="5664200"/>
                  </a:lnTo>
                  <a:lnTo>
                    <a:pt x="4192807" y="5740400"/>
                  </a:lnTo>
                  <a:lnTo>
                    <a:pt x="4152586" y="5753100"/>
                  </a:lnTo>
                  <a:lnTo>
                    <a:pt x="4072297" y="5803900"/>
                  </a:lnTo>
                  <a:lnTo>
                    <a:pt x="4032248" y="5816600"/>
                  </a:lnTo>
                  <a:lnTo>
                    <a:pt x="3992273" y="5842000"/>
                  </a:lnTo>
                  <a:lnTo>
                    <a:pt x="3912584" y="5867400"/>
                  </a:lnTo>
                  <a:lnTo>
                    <a:pt x="3872887" y="5892800"/>
                  </a:lnTo>
                  <a:lnTo>
                    <a:pt x="3833300" y="5905500"/>
                  </a:lnTo>
                  <a:lnTo>
                    <a:pt x="3793832" y="5930900"/>
                  </a:lnTo>
                  <a:lnTo>
                    <a:pt x="3676229" y="5969000"/>
                  </a:lnTo>
                  <a:lnTo>
                    <a:pt x="3637325" y="5994400"/>
                  </a:lnTo>
                  <a:lnTo>
                    <a:pt x="3370051" y="6083300"/>
                  </a:lnTo>
                  <a:lnTo>
                    <a:pt x="3332698" y="6108700"/>
                  </a:lnTo>
                  <a:lnTo>
                    <a:pt x="3295577" y="6108700"/>
                  </a:lnTo>
                  <a:lnTo>
                    <a:pt x="3258699" y="6121400"/>
                  </a:lnTo>
                  <a:lnTo>
                    <a:pt x="3008075" y="6210300"/>
                  </a:lnTo>
                  <a:lnTo>
                    <a:pt x="2973452" y="6210300"/>
                  </a:lnTo>
                  <a:lnTo>
                    <a:pt x="2871548" y="6248400"/>
                  </a:lnTo>
                  <a:lnTo>
                    <a:pt x="2838264" y="6248400"/>
                  </a:lnTo>
                  <a:lnTo>
                    <a:pt x="2740588" y="6286500"/>
                  </a:lnTo>
                  <a:lnTo>
                    <a:pt x="2708784" y="6286500"/>
                  </a:lnTo>
                  <a:lnTo>
                    <a:pt x="2646361" y="6311900"/>
                  </a:lnTo>
                  <a:lnTo>
                    <a:pt x="2615759" y="6311900"/>
                  </a:lnTo>
                  <a:lnTo>
                    <a:pt x="2555821" y="6324600"/>
                  </a:lnTo>
                  <a:lnTo>
                    <a:pt x="2441246" y="6362700"/>
                  </a:lnTo>
                  <a:lnTo>
                    <a:pt x="2413759" y="6362700"/>
                  </a:lnTo>
                  <a:lnTo>
                    <a:pt x="2386751" y="6375400"/>
                  </a:lnTo>
                  <a:lnTo>
                    <a:pt x="2360233" y="6375400"/>
                  </a:lnTo>
                  <a:lnTo>
                    <a:pt x="2280734" y="6400800"/>
                  </a:lnTo>
                  <a:lnTo>
                    <a:pt x="2240771" y="6400800"/>
                  </a:lnTo>
                  <a:lnTo>
                    <a:pt x="2200697" y="6413500"/>
                  </a:lnTo>
                  <a:close/>
                </a:path>
                <a:path w="6637019" h="6426200">
                  <a:moveTo>
                    <a:pt x="2120320" y="6426200"/>
                  </a:moveTo>
                  <a:lnTo>
                    <a:pt x="1720290" y="6426200"/>
                  </a:lnTo>
                  <a:lnTo>
                    <a:pt x="1681049" y="6413500"/>
                  </a:lnTo>
                  <a:lnTo>
                    <a:pt x="2160539" y="6413500"/>
                  </a:lnTo>
                  <a:lnTo>
                    <a:pt x="2120320" y="6426200"/>
                  </a:lnTo>
                  <a:close/>
                </a:path>
              </a:pathLst>
            </a:custGeom>
            <a:solidFill>
              <a:srgbClr val="CB5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8159" y="764900"/>
              <a:ext cx="6516321" cy="6324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566910" y="1178508"/>
              <a:ext cx="7635240" cy="4043045"/>
            </a:xfrm>
            <a:custGeom>
              <a:avLst/>
              <a:gdLst/>
              <a:ahLst/>
              <a:cxnLst/>
              <a:rect l="l" t="t" r="r" b="b"/>
              <a:pathLst>
                <a:path w="7635240" h="4043045">
                  <a:moveTo>
                    <a:pt x="537083" y="3774059"/>
                  </a:moveTo>
                  <a:lnTo>
                    <a:pt x="532752" y="3725786"/>
                  </a:lnTo>
                  <a:lnTo>
                    <a:pt x="520280" y="3680358"/>
                  </a:lnTo>
                  <a:lnTo>
                    <a:pt x="500418" y="3638524"/>
                  </a:lnTo>
                  <a:lnTo>
                    <a:pt x="473925" y="3601047"/>
                  </a:lnTo>
                  <a:lnTo>
                    <a:pt x="441553" y="3568674"/>
                  </a:lnTo>
                  <a:lnTo>
                    <a:pt x="404075" y="3542182"/>
                  </a:lnTo>
                  <a:lnTo>
                    <a:pt x="362242" y="3522319"/>
                  </a:lnTo>
                  <a:lnTo>
                    <a:pt x="316814" y="3509848"/>
                  </a:lnTo>
                  <a:lnTo>
                    <a:pt x="268541" y="3505517"/>
                  </a:lnTo>
                  <a:lnTo>
                    <a:pt x="220268" y="3509848"/>
                  </a:lnTo>
                  <a:lnTo>
                    <a:pt x="174840" y="3522319"/>
                  </a:lnTo>
                  <a:lnTo>
                    <a:pt x="133007" y="3542182"/>
                  </a:lnTo>
                  <a:lnTo>
                    <a:pt x="95529" y="3568674"/>
                  </a:lnTo>
                  <a:lnTo>
                    <a:pt x="63157" y="3601047"/>
                  </a:lnTo>
                  <a:lnTo>
                    <a:pt x="36664" y="3638524"/>
                  </a:lnTo>
                  <a:lnTo>
                    <a:pt x="16802" y="3680358"/>
                  </a:lnTo>
                  <a:lnTo>
                    <a:pt x="4330" y="3725786"/>
                  </a:lnTo>
                  <a:lnTo>
                    <a:pt x="0" y="3774059"/>
                  </a:lnTo>
                  <a:lnTo>
                    <a:pt x="4330" y="3822331"/>
                  </a:lnTo>
                  <a:lnTo>
                    <a:pt x="16802" y="3867759"/>
                  </a:lnTo>
                  <a:lnTo>
                    <a:pt x="36664" y="3909593"/>
                  </a:lnTo>
                  <a:lnTo>
                    <a:pt x="63157" y="3947071"/>
                  </a:lnTo>
                  <a:lnTo>
                    <a:pt x="95529" y="3979443"/>
                  </a:lnTo>
                  <a:lnTo>
                    <a:pt x="133007" y="4005935"/>
                  </a:lnTo>
                  <a:lnTo>
                    <a:pt x="174840" y="4025798"/>
                  </a:lnTo>
                  <a:lnTo>
                    <a:pt x="220268" y="4038269"/>
                  </a:lnTo>
                  <a:lnTo>
                    <a:pt x="268541" y="4042600"/>
                  </a:lnTo>
                  <a:lnTo>
                    <a:pt x="316814" y="4038269"/>
                  </a:lnTo>
                  <a:lnTo>
                    <a:pt x="362242" y="4025798"/>
                  </a:lnTo>
                  <a:lnTo>
                    <a:pt x="404075" y="4005935"/>
                  </a:lnTo>
                  <a:lnTo>
                    <a:pt x="441553" y="3979443"/>
                  </a:lnTo>
                  <a:lnTo>
                    <a:pt x="473925" y="3947071"/>
                  </a:lnTo>
                  <a:lnTo>
                    <a:pt x="500418" y="3909593"/>
                  </a:lnTo>
                  <a:lnTo>
                    <a:pt x="520280" y="3867759"/>
                  </a:lnTo>
                  <a:lnTo>
                    <a:pt x="532752" y="3822331"/>
                  </a:lnTo>
                  <a:lnTo>
                    <a:pt x="537083" y="3774059"/>
                  </a:lnTo>
                  <a:close/>
                </a:path>
                <a:path w="7635240" h="4043045">
                  <a:moveTo>
                    <a:pt x="7635227" y="268528"/>
                  </a:moveTo>
                  <a:lnTo>
                    <a:pt x="7630909" y="220268"/>
                  </a:lnTo>
                  <a:lnTo>
                    <a:pt x="7618438" y="174828"/>
                  </a:lnTo>
                  <a:lnTo>
                    <a:pt x="7598575" y="132994"/>
                  </a:lnTo>
                  <a:lnTo>
                    <a:pt x="7572083" y="95516"/>
                  </a:lnTo>
                  <a:lnTo>
                    <a:pt x="7539710" y="63157"/>
                  </a:lnTo>
                  <a:lnTo>
                    <a:pt x="7502233" y="36664"/>
                  </a:lnTo>
                  <a:lnTo>
                    <a:pt x="7460399" y="16802"/>
                  </a:lnTo>
                  <a:lnTo>
                    <a:pt x="7414971" y="4318"/>
                  </a:lnTo>
                  <a:lnTo>
                    <a:pt x="7366698" y="0"/>
                  </a:lnTo>
                  <a:lnTo>
                    <a:pt x="7318426" y="4318"/>
                  </a:lnTo>
                  <a:lnTo>
                    <a:pt x="7272998" y="16802"/>
                  </a:lnTo>
                  <a:lnTo>
                    <a:pt x="7231164" y="36664"/>
                  </a:lnTo>
                  <a:lnTo>
                    <a:pt x="7193686" y="63157"/>
                  </a:lnTo>
                  <a:lnTo>
                    <a:pt x="7161314" y="95516"/>
                  </a:lnTo>
                  <a:lnTo>
                    <a:pt x="7134822" y="132994"/>
                  </a:lnTo>
                  <a:lnTo>
                    <a:pt x="7114959" y="174828"/>
                  </a:lnTo>
                  <a:lnTo>
                    <a:pt x="7102488" y="220268"/>
                  </a:lnTo>
                  <a:lnTo>
                    <a:pt x="7098157" y="268528"/>
                  </a:lnTo>
                  <a:lnTo>
                    <a:pt x="7102488" y="316801"/>
                  </a:lnTo>
                  <a:lnTo>
                    <a:pt x="7114959" y="362229"/>
                  </a:lnTo>
                  <a:lnTo>
                    <a:pt x="7134822" y="404075"/>
                  </a:lnTo>
                  <a:lnTo>
                    <a:pt x="7161314" y="441553"/>
                  </a:lnTo>
                  <a:lnTo>
                    <a:pt x="7193686" y="473913"/>
                  </a:lnTo>
                  <a:lnTo>
                    <a:pt x="7231164" y="500405"/>
                  </a:lnTo>
                  <a:lnTo>
                    <a:pt x="7272998" y="520268"/>
                  </a:lnTo>
                  <a:lnTo>
                    <a:pt x="7318426" y="532739"/>
                  </a:lnTo>
                  <a:lnTo>
                    <a:pt x="7366698" y="537070"/>
                  </a:lnTo>
                  <a:lnTo>
                    <a:pt x="7414971" y="532739"/>
                  </a:lnTo>
                  <a:lnTo>
                    <a:pt x="7460399" y="520268"/>
                  </a:lnTo>
                  <a:lnTo>
                    <a:pt x="7502233" y="500405"/>
                  </a:lnTo>
                  <a:lnTo>
                    <a:pt x="7539710" y="473913"/>
                  </a:lnTo>
                  <a:lnTo>
                    <a:pt x="7572083" y="441553"/>
                  </a:lnTo>
                  <a:lnTo>
                    <a:pt x="7598575" y="404075"/>
                  </a:lnTo>
                  <a:lnTo>
                    <a:pt x="7618438" y="362229"/>
                  </a:lnTo>
                  <a:lnTo>
                    <a:pt x="7630909" y="316801"/>
                  </a:lnTo>
                  <a:lnTo>
                    <a:pt x="7635227" y="268528"/>
                  </a:lnTo>
                  <a:close/>
                </a:path>
              </a:pathLst>
            </a:custGeom>
            <a:solidFill>
              <a:srgbClr val="CB5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250397" y="4771838"/>
            <a:ext cx="7411084" cy="3113032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28600" indent="-225425">
              <a:lnSpc>
                <a:spcPct val="100000"/>
              </a:lnSpc>
              <a:spcBef>
                <a:spcPts val="795"/>
              </a:spcBef>
              <a:buSzPct val="98148"/>
              <a:buChar char="•"/>
              <a:tabLst>
                <a:tab pos="228600" algn="l"/>
              </a:tabLst>
            </a:pPr>
            <a:r>
              <a:rPr lang="en-IN" dirty="0"/>
              <a:t>The AI Chatbot was successfully developed using Python and Django. It provides quick responses through a simple web interface. The project demonstrates Django web development concepts and can be enhanced with AI and NLP in the future.</a:t>
            </a:r>
          </a:p>
          <a:p>
            <a:pPr marL="228600" indent="-225425">
              <a:lnSpc>
                <a:spcPct val="100000"/>
              </a:lnSpc>
              <a:spcBef>
                <a:spcPts val="795"/>
              </a:spcBef>
              <a:buSzPct val="98148"/>
              <a:buChar char="•"/>
              <a:tabLst>
                <a:tab pos="228600" algn="l"/>
              </a:tabLst>
            </a:pPr>
            <a:r>
              <a:rPr spc="-70" dirty="0"/>
              <a:t>Thank</a:t>
            </a:r>
            <a:r>
              <a:rPr spc="-140" dirty="0"/>
              <a:t> </a:t>
            </a:r>
            <a:r>
              <a:rPr spc="-20" dirty="0"/>
              <a:t>you!</a:t>
            </a: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233385" y="1165034"/>
            <a:ext cx="7882255" cy="331216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 marR="5080" indent="16510">
              <a:lnSpc>
                <a:spcPct val="89100"/>
              </a:lnSpc>
              <a:spcBef>
                <a:spcPts val="1110"/>
              </a:spcBef>
            </a:pPr>
            <a:r>
              <a:rPr sz="7750" spc="80" dirty="0"/>
              <a:t>Future </a:t>
            </a:r>
            <a:r>
              <a:rPr sz="7750" spc="505" dirty="0"/>
              <a:t>Enhancements </a:t>
            </a:r>
            <a:r>
              <a:rPr sz="7750" spc="775" dirty="0">
                <a:solidFill>
                  <a:srgbClr val="CB5DFF"/>
                </a:solidFill>
              </a:rPr>
              <a:t>and</a:t>
            </a:r>
            <a:r>
              <a:rPr sz="7750" spc="-495" dirty="0">
                <a:solidFill>
                  <a:srgbClr val="CB5DFF"/>
                </a:solidFill>
              </a:rPr>
              <a:t> </a:t>
            </a:r>
            <a:r>
              <a:rPr sz="7750" spc="480" dirty="0">
                <a:solidFill>
                  <a:srgbClr val="CB5DFF"/>
                </a:solidFill>
              </a:rPr>
              <a:t>Conclusion</a:t>
            </a:r>
            <a:endParaRPr sz="7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295</Words>
  <Application>Microsoft Office PowerPoint</Application>
  <PresentationFormat>Custom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 Black</vt:lpstr>
      <vt:lpstr>Lucida Sans Unicode</vt:lpstr>
      <vt:lpstr>Trebuchet MS</vt:lpstr>
      <vt:lpstr>Office Theme</vt:lpstr>
      <vt:lpstr>HOW TO IMPLEMENT CHATGPT IN DJANGO</vt:lpstr>
      <vt:lpstr>Project Overview</vt:lpstr>
      <vt:lpstr>Technologies &amp; Architecture</vt:lpstr>
      <vt:lpstr>Key Features and Methodology</vt:lpstr>
      <vt:lpstr>Results, Advantages, and Limitations</vt:lpstr>
      <vt:lpstr>Future Enhancements and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Auction Bidding System - Mini Project</dc:title>
  <dc:creator>Likith Gangaraju</dc:creator>
  <cp:keywords>DAHNNFBeZcA,BAG1jYDUZtA,0</cp:keywords>
  <cp:lastModifiedBy>MAANDUR KRISHNAMOORTHY</cp:lastModifiedBy>
  <cp:revision>1</cp:revision>
  <dcterms:created xsi:type="dcterms:W3CDTF">2026-06-22T10:49:20Z</dcterms:created>
  <dcterms:modified xsi:type="dcterms:W3CDTF">2026-06-25T06:12:42Z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2026-06-21T00:00:00Z</vt:filetime>
  </property>
  <property fmtid="{D5CDD505-2E9C-101B-9397-08002B2CF9AE}" pid="4" name="Creator">
    <vt:lpwstr>Canva</vt:lpwstr>
  </property>
  <property fmtid="{D5CDD505-2E9C-101B-9397-08002B2CF9AE}" pid="5" name="LastSaved">
    <vt:filetime>2026-06-22T00:00:00Z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